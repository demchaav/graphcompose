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v2.1.1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2026-08-04 22:16:04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153318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92837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700790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648702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3248262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3196174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20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21" id="21"/>
          <p:cNvCxnSpPr/>
          <p:nvPr/>
        </p:nvCxnSpPr>
        <p:spPr>
          <a:xfrm flipV="true">
            <a:off x="1884892" y="4507104"/>
            <a:ext cx="1552363" cy="61815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4218844"/>
            <a:ext cx="1552363" cy="28826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274867"/>
            <a:ext cx="1552363" cy="24083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2894204"/>
            <a:ext cx="1552363" cy="1380663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5" id="25"/>
          <p:cNvCxnSpPr/>
          <p:nvPr/>
        </p:nvCxnSpPr>
        <p:spPr>
          <a:xfrm flipV="true">
            <a:off x="1884892" y="4484025"/>
            <a:ext cx="1552363" cy="4706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6" id="26"/>
          <p:cNvCxnSpPr/>
          <p:nvPr/>
        </p:nvCxnSpPr>
        <p:spPr>
          <a:xfrm flipV="true">
            <a:off x="3437255" y="4210517"/>
            <a:ext cx="1552363" cy="273508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7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5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7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true">
            <a:off x="7393517" y="4516471"/>
            <a:ext cx="1573953" cy="66748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4168930"/>
            <a:ext cx="1573953" cy="347541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297221"/>
            <a:ext cx="1573953" cy="24051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083315"/>
            <a:ext cx="1573953" cy="1213906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3" id="53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4" id="54"/>
          <p:cNvCxnSpPr/>
          <p:nvPr/>
        </p:nvCxnSpPr>
        <p:spPr>
          <a:xfrm flipV="true">
            <a:off x="8967470" y="3418638"/>
            <a:ext cx="1573953" cy="942616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6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7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3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