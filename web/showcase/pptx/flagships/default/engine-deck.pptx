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2.2.1</cp:keywords>
  <dcterms:modified xsi:type="dcterms:W3CDTF">2011-08-01T06:04:30Z</dcterms:modified>
  <cp:revision>1</cp:revision>
  <dc:subject>What the GraphCompose document engine is — rendered by the engine itself</dc:subject>
  <dc:title>GraphCompose 2.2.1 — twinned</dc:title>
</cp:coreProperties>
</file>