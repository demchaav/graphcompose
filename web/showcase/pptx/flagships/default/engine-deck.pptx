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357189"/>
          </a:xfrm>
          <a:prstGeom prst="roundRect">
            <a:avLst>
              <a:gd name="adj" fmla="val 2397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8199076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PDF documents with a declarative DSL.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431800" y="2478262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7"/>
          <p:cNvSpPr txBox="true"/>
          <p:nvPr/>
        </p:nvSpPr>
        <p:spPr>
          <a:xfrm>
            <a:off x="431800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8"/>
          <p:cNvSpPr txBox="true"/>
          <p:nvPr/>
        </p:nvSpPr>
        <p:spPr>
          <a:xfrm>
            <a:off x="544779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682473" y="2693139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103116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7706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122959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68857" y="2693139"/>
            <a:ext cx="8269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99452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40420" y="2693139"/>
            <a:ext cx="32239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431800" y="3011662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7"/>
          <p:cNvSpPr txBox="true"/>
          <p:nvPr/>
        </p:nvSpPr>
        <p:spPr>
          <a:xfrm>
            <a:off x="596900" y="3159186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96900" y="3277865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396544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15223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633902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752581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871260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398993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08618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27297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431800" y="4662025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772515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27751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0"/>
          <p:cNvSpPr txBox="true"/>
          <p:nvPr/>
        </p:nvSpPr>
        <p:spPr>
          <a:xfrm>
            <a:off x="3054681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167660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305354" y="2693139"/>
            <a:ext cx="116654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447063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16527" y="2693139"/>
            <a:ext cx="51522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3054681" y="2991446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3054681" y="3441716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30800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8" id="38"/>
          <p:cNvSpPr/>
          <p:nvPr/>
        </p:nvSpPr>
        <p:spPr>
          <a:xfrm>
            <a:off x="3207081" y="3568716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3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3"/>
                  <a:pt x="177800" y="28575"/>
                </a:cubicBezTo>
                <a:lnTo>
                  <a:pt x="177800" y="149225"/>
                </a:lnTo>
                <a:cubicBezTo>
                  <a:pt x="177800" y="165006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6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5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5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4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4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9"/>
          <p:cNvSpPr txBox="true"/>
          <p:nvPr/>
        </p:nvSpPr>
        <p:spPr>
          <a:xfrm>
            <a:off x="3461081" y="3587473"/>
            <a:ext cx="32533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30800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038616"/>
            <a:ext cx="203200" cy="203200"/>
          </a:xfrm>
          <a:prstGeom prst="rect">
            <a:avLst/>
          </a:prstGeom>
        </p:spPr>
      </p:pic>
      <p:sp>
        <p:nvSpPr>
          <p:cNvPr name="GraphCompose Text Line" id="42"/>
          <p:cNvSpPr txBox="true"/>
          <p:nvPr/>
        </p:nvSpPr>
        <p:spPr>
          <a:xfrm>
            <a:off x="3461081" y="4070073"/>
            <a:ext cx="511334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30800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4" id="44"/>
          <p:cNvSpPr/>
          <p:nvPr/>
        </p:nvSpPr>
        <p:spPr>
          <a:xfrm>
            <a:off x="3214701" y="4546684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1"/>
                  <a:pt x="135226" y="9804"/>
                  <a:pt x="121894" y="23136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1"/>
                  <a:pt x="80445" y="80801"/>
                  <a:pt x="81280" y="82905"/>
                </a:cubicBezTo>
                <a:lnTo>
                  <a:pt x="131472" y="32714"/>
                </a:lnTo>
                <a:cubicBezTo>
                  <a:pt x="146708" y="17477"/>
                  <a:pt x="156826" y="3075"/>
                  <a:pt x="154173" y="421"/>
                </a:cubicBezTo>
                <a:cubicBezTo>
                  <a:pt x="153841" y="90"/>
                  <a:pt x="153329" y="-42"/>
                  <a:pt x="152651" y="11"/>
                </a:cubicBezTo>
                <a:close/>
                <a:moveTo>
                  <a:pt x="81412" y="30928"/>
                </a:moveTo>
                <a:cubicBezTo>
                  <a:pt x="36451" y="30928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2"/>
                </a:cubicBezTo>
                <a:cubicBezTo>
                  <a:pt x="99415" y="157412"/>
                  <a:pt x="113682" y="153686"/>
                  <a:pt x="126908" y="148217"/>
                </a:cubicBezTo>
                <a:cubicBezTo>
                  <a:pt x="136075" y="144427"/>
                  <a:pt x="145068" y="137367"/>
                  <a:pt x="146593" y="128030"/>
                </a:cubicBezTo>
                <a:cubicBezTo>
                  <a:pt x="146959" y="125787"/>
                  <a:pt x="145948" y="121225"/>
                  <a:pt x="142663" y="115846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7"/>
                  <a:pt x="162560" y="103730"/>
                  <a:pt x="162560" y="84400"/>
                </a:cubicBezTo>
                <a:cubicBezTo>
                  <a:pt x="162560" y="74001"/>
                  <a:pt x="152025" y="59344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4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5"/>
                </a:lnTo>
                <a:cubicBezTo>
                  <a:pt x="25771" y="113875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6"/>
                </a:cubicBezTo>
                <a:cubicBezTo>
                  <a:pt x="44090" y="72470"/>
                  <a:pt x="50641" y="69164"/>
                  <a:pt x="57706" y="68168"/>
                </a:cubicBezTo>
                <a:lnTo>
                  <a:pt x="93954" y="31907"/>
                </a:lnTo>
                <a:cubicBezTo>
                  <a:pt x="89857" y="31330"/>
                  <a:pt x="85692" y="30928"/>
                  <a:pt x="81412" y="30928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6"/>
                  <a:pt x="48392" y="87324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9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5"/>
          <p:cNvSpPr txBox="true"/>
          <p:nvPr/>
        </p:nvSpPr>
        <p:spPr>
          <a:xfrm>
            <a:off x="3461081" y="4552673"/>
            <a:ext cx="391185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43627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556016"/>
            <a:ext cx="203200" cy="203200"/>
          </a:xfrm>
          <a:prstGeom prst="rect">
            <a:avLst/>
          </a:prstGeom>
        </p:spPr>
      </p:pic>
      <p:sp>
        <p:nvSpPr>
          <p:cNvPr name="GraphCompose Text Line" id="48"/>
          <p:cNvSpPr txBox="true"/>
          <p:nvPr/>
        </p:nvSpPr>
        <p:spPr>
          <a:xfrm>
            <a:off x="4743781" y="3587473"/>
            <a:ext cx="613239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>
            <a:off x="43627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50" id="50"/>
          <p:cNvSpPr/>
          <p:nvPr/>
        </p:nvSpPr>
        <p:spPr>
          <a:xfrm>
            <a:off x="4541722" y="4197349"/>
            <a:ext cx="73916" cy="34148"/>
          </a:xfrm>
          <a:custGeom>
            <a:avLst/>
            <a:gdLst/>
            <a:ahLst/>
            <a:cxnLst/>
            <a:rect r="r" b="b" t="t" l="l"/>
            <a:pathLst>
              <a:path h="34148" w="73916">
                <a:moveTo>
                  <a:pt x="66163" y="18640"/>
                </a:moveTo>
                <a:lnTo>
                  <a:pt x="44712" y="18640"/>
                </a:lnTo>
                <a:lnTo>
                  <a:pt x="44712" y="0"/>
                </a:lnTo>
                <a:lnTo>
                  <a:pt x="29204" y="0"/>
                </a:lnTo>
                <a:lnTo>
                  <a:pt x="29204" y="18640"/>
                </a:lnTo>
                <a:lnTo>
                  <a:pt x="7754" y="18640"/>
                </a:lnTo>
                <a:cubicBezTo>
                  <a:pt x="3472" y="18640"/>
                  <a:pt x="0" y="22112"/>
                  <a:pt x="0" y="26394"/>
                </a:cubicBezTo>
                <a:cubicBezTo>
                  <a:pt x="0" y="30676"/>
                  <a:pt x="3472" y="34148"/>
                  <a:pt x="7754" y="34148"/>
                </a:cubicBezTo>
                <a:lnTo>
                  <a:pt x="66162" y="34148"/>
                </a:lnTo>
                <a:cubicBezTo>
                  <a:pt x="70445" y="34148"/>
                  <a:pt x="73917" y="30676"/>
                  <a:pt x="73917" y="26394"/>
                </a:cubicBezTo>
                <a:cubicBezTo>
                  <a:pt x="73917" y="22112"/>
                  <a:pt x="70445" y="18640"/>
                  <a:pt x="66163" y="1864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4477081" y="4171633"/>
            <a:ext cx="203200" cy="15377"/>
          </a:xfrm>
          <a:custGeom>
            <a:avLst/>
            <a:gdLst/>
            <a:ahLst/>
            <a:cxnLst/>
            <a:rect r="r" b="b" t="t" l="l"/>
            <a:pathLst>
              <a:path h="15377" w="203200">
                <a:moveTo>
                  <a:pt x="116074" y="0"/>
                </a:moveTo>
                <a:lnTo>
                  <a:pt x="87126" y="0"/>
                </a:lnTo>
                <a:lnTo>
                  <a:pt x="0" y="0"/>
                </a:lnTo>
                <a:lnTo>
                  <a:pt x="0" y="9263"/>
                </a:lnTo>
                <a:cubicBezTo>
                  <a:pt x="0" y="12634"/>
                  <a:pt x="2743" y="15377"/>
                  <a:pt x="6114" y="15377"/>
                </a:cubicBezTo>
                <a:lnTo>
                  <a:pt x="197086" y="15377"/>
                </a:lnTo>
                <a:cubicBezTo>
                  <a:pt x="200457" y="15377"/>
                  <a:pt x="203200" y="12634"/>
                  <a:pt x="203200" y="9263"/>
                </a:cubicBezTo>
                <a:lnTo>
                  <a:pt x="203200" y="0"/>
                </a:lnTo>
                <a:lnTo>
                  <a:pt x="116074" y="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2" id="52"/>
          <p:cNvSpPr/>
          <p:nvPr/>
        </p:nvSpPr>
        <p:spPr>
          <a:xfrm>
            <a:off x="4477081" y="4048935"/>
            <a:ext cx="203199" cy="112360"/>
          </a:xfrm>
          <a:custGeom>
            <a:avLst/>
            <a:gdLst/>
            <a:ahLst/>
            <a:cxnLst/>
            <a:rect r="r" b="b" t="t" l="l"/>
            <a:pathLst>
              <a:path h="112360" w="203199">
                <a:moveTo>
                  <a:pt x="197085" y="0"/>
                </a:moveTo>
                <a:lnTo>
                  <a:pt x="6114" y="0"/>
                </a:lnTo>
                <a:cubicBezTo>
                  <a:pt x="2743" y="0"/>
                  <a:pt x="0" y="2743"/>
                  <a:pt x="0" y="6114"/>
                </a:cubicBezTo>
                <a:lnTo>
                  <a:pt x="0" y="112360"/>
                </a:lnTo>
                <a:lnTo>
                  <a:pt x="14299" y="112360"/>
                </a:lnTo>
                <a:cubicBezTo>
                  <a:pt x="15213" y="64996"/>
                  <a:pt x="54022" y="26746"/>
                  <a:pt x="101600" y="26746"/>
                </a:cubicBezTo>
                <a:cubicBezTo>
                  <a:pt x="118026" y="26746"/>
                  <a:pt x="133406" y="31308"/>
                  <a:pt x="146544" y="39227"/>
                </a:cubicBezTo>
                <a:lnTo>
                  <a:pt x="151672" y="32221"/>
                </a:lnTo>
                <a:cubicBezTo>
                  <a:pt x="153359" y="29918"/>
                  <a:pt x="156593" y="29417"/>
                  <a:pt x="158897" y="31104"/>
                </a:cubicBezTo>
                <a:cubicBezTo>
                  <a:pt x="161201" y="32790"/>
                  <a:pt x="161701" y="36025"/>
                  <a:pt x="160015" y="38329"/>
                </a:cubicBezTo>
                <a:lnTo>
                  <a:pt x="155071" y="45082"/>
                </a:lnTo>
                <a:cubicBezTo>
                  <a:pt x="175233" y="60745"/>
                  <a:pt x="188373" y="85034"/>
                  <a:pt x="188900" y="112360"/>
                </a:cubicBezTo>
                <a:lnTo>
                  <a:pt x="203199" y="112360"/>
                </a:lnTo>
                <a:lnTo>
                  <a:pt x="203199" y="6114"/>
                </a:lnTo>
                <a:cubicBezTo>
                  <a:pt x="203200" y="2743"/>
                  <a:pt x="200457" y="0"/>
                  <a:pt x="197085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3" id="53"/>
          <p:cNvSpPr/>
          <p:nvPr/>
        </p:nvSpPr>
        <p:spPr>
          <a:xfrm>
            <a:off x="4591404" y="4128647"/>
            <a:ext cx="31885" cy="29187"/>
          </a:xfrm>
          <a:custGeom>
            <a:avLst/>
            <a:gdLst/>
            <a:ahLst/>
            <a:cxnLst/>
            <a:rect r="r" b="b" t="t" l="l"/>
            <a:pathLst>
              <a:path h="29187" w="31885">
                <a:moveTo>
                  <a:pt x="31038" y="27090"/>
                </a:moveTo>
                <a:cubicBezTo>
                  <a:pt x="29215" y="16073"/>
                  <a:pt x="23483" y="6612"/>
                  <a:pt x="15399" y="0"/>
                </a:cubicBezTo>
                <a:lnTo>
                  <a:pt x="0" y="21035"/>
                </a:lnTo>
                <a:cubicBezTo>
                  <a:pt x="2541" y="23201"/>
                  <a:pt x="4527" y="25999"/>
                  <a:pt x="5707" y="29186"/>
                </a:cubicBezTo>
                <a:lnTo>
                  <a:pt x="31885" y="29186"/>
                </a:lnTo>
                <a:cubicBezTo>
                  <a:pt x="31463" y="28578"/>
                  <a:pt x="31166" y="27869"/>
                  <a:pt x="31038" y="270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4" id="54"/>
          <p:cNvSpPr/>
          <p:nvPr/>
        </p:nvSpPr>
        <p:spPr>
          <a:xfrm>
            <a:off x="4534073" y="4118649"/>
            <a:ext cx="63997" cy="39185"/>
          </a:xfrm>
          <a:custGeom>
            <a:avLst/>
            <a:gdLst/>
            <a:ahLst/>
            <a:cxnLst/>
            <a:rect r="r" b="b" t="t" l="l"/>
            <a:pathLst>
              <a:path h="39185" w="63997">
                <a:moveTo>
                  <a:pt x="44608" y="0"/>
                </a:moveTo>
                <a:cubicBezTo>
                  <a:pt x="31903" y="0"/>
                  <a:pt x="20360" y="5303"/>
                  <a:pt x="12228" y="13976"/>
                </a:cubicBezTo>
                <a:cubicBezTo>
                  <a:pt x="12191" y="14032"/>
                  <a:pt x="12158" y="14090"/>
                  <a:pt x="12118" y="14146"/>
                </a:cubicBezTo>
                <a:cubicBezTo>
                  <a:pt x="11850" y="14513"/>
                  <a:pt x="11541" y="14833"/>
                  <a:pt x="11205" y="15108"/>
                </a:cubicBezTo>
                <a:cubicBezTo>
                  <a:pt x="5930" y="21138"/>
                  <a:pt x="2242" y="28656"/>
                  <a:pt x="847" y="37088"/>
                </a:cubicBezTo>
                <a:cubicBezTo>
                  <a:pt x="718" y="37867"/>
                  <a:pt x="421" y="38576"/>
                  <a:pt x="0" y="39184"/>
                </a:cubicBezTo>
                <a:lnTo>
                  <a:pt x="26178" y="39184"/>
                </a:lnTo>
                <a:cubicBezTo>
                  <a:pt x="28950" y="31693"/>
                  <a:pt x="36165" y="26338"/>
                  <a:pt x="44607" y="26338"/>
                </a:cubicBezTo>
                <a:cubicBezTo>
                  <a:pt x="45682" y="26338"/>
                  <a:pt x="46737" y="26428"/>
                  <a:pt x="47765" y="26596"/>
                </a:cubicBezTo>
                <a:lnTo>
                  <a:pt x="63997" y="4421"/>
                </a:lnTo>
                <a:cubicBezTo>
                  <a:pt x="58122" y="1581"/>
                  <a:pt x="51538" y="0"/>
                  <a:pt x="44608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4612872" y="4102356"/>
            <a:ext cx="42622" cy="55478"/>
          </a:xfrm>
          <a:custGeom>
            <a:avLst/>
            <a:gdLst/>
            <a:ahLst/>
            <a:cxnLst/>
            <a:rect r="r" b="b" t="t" l="l"/>
            <a:pathLst>
              <a:path h="55478" w="42622">
                <a:moveTo>
                  <a:pt x="42622" y="55478"/>
                </a:moveTo>
                <a:cubicBezTo>
                  <a:pt x="41124" y="32985"/>
                  <a:pt x="29922" y="13107"/>
                  <a:pt x="13176" y="0"/>
                </a:cubicBezTo>
                <a:lnTo>
                  <a:pt x="0" y="18000"/>
                </a:lnTo>
                <a:cubicBezTo>
                  <a:pt x="454" y="18364"/>
                  <a:pt x="909" y="18728"/>
                  <a:pt x="1352" y="19107"/>
                </a:cubicBezTo>
                <a:cubicBezTo>
                  <a:pt x="11139" y="27493"/>
                  <a:pt x="17680" y="39065"/>
                  <a:pt x="19769" y="51694"/>
                </a:cubicBezTo>
                <a:cubicBezTo>
                  <a:pt x="19997" y="53073"/>
                  <a:pt x="19658" y="54414"/>
                  <a:pt x="18921" y="55478"/>
                </a:cubicBezTo>
                <a:lnTo>
                  <a:pt x="42622" y="55478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4501869" y="4117616"/>
            <a:ext cx="32695" cy="40217"/>
          </a:xfrm>
          <a:custGeom>
            <a:avLst/>
            <a:gdLst/>
            <a:ahLst/>
            <a:cxnLst/>
            <a:rect r="r" b="b" t="t" l="l"/>
            <a:pathLst>
              <a:path h="40217" w="32695">
                <a:moveTo>
                  <a:pt x="22851" y="36434"/>
                </a:moveTo>
                <a:cubicBezTo>
                  <a:pt x="24251" y="27971"/>
                  <a:pt x="27659" y="19988"/>
                  <a:pt x="32694" y="13116"/>
                </a:cubicBezTo>
                <a:lnTo>
                  <a:pt x="14719" y="45"/>
                </a:lnTo>
                <a:cubicBezTo>
                  <a:pt x="14700" y="31"/>
                  <a:pt x="14683" y="14"/>
                  <a:pt x="14665" y="0"/>
                </a:cubicBezTo>
                <a:cubicBezTo>
                  <a:pt x="6295" y="11430"/>
                  <a:pt x="996" y="25244"/>
                  <a:pt x="0" y="40218"/>
                </a:cubicBezTo>
                <a:lnTo>
                  <a:pt x="23700" y="40218"/>
                </a:lnTo>
                <a:cubicBezTo>
                  <a:pt x="22963" y="39153"/>
                  <a:pt x="22624" y="37812"/>
                  <a:pt x="22851" y="36434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4523202" y="4086196"/>
            <a:ext cx="50309" cy="36768"/>
          </a:xfrm>
          <a:custGeom>
            <a:avLst/>
            <a:gdLst/>
            <a:ahLst/>
            <a:cxnLst/>
            <a:rect r="r" b="b" t="t" l="l"/>
            <a:pathLst>
              <a:path h="36768" w="50309">
                <a:moveTo>
                  <a:pt x="0" y="23490"/>
                </a:moveTo>
                <a:lnTo>
                  <a:pt x="18260" y="36768"/>
                </a:lnTo>
                <a:cubicBezTo>
                  <a:pt x="18808" y="36258"/>
                  <a:pt x="19366" y="35755"/>
                  <a:pt x="19937" y="35266"/>
                </a:cubicBezTo>
                <a:cubicBezTo>
                  <a:pt x="28519" y="27914"/>
                  <a:pt x="39150" y="23431"/>
                  <a:pt x="50310" y="22366"/>
                </a:cubicBezTo>
                <a:lnTo>
                  <a:pt x="50310" y="0"/>
                </a:lnTo>
                <a:cubicBezTo>
                  <a:pt x="30600" y="1313"/>
                  <a:pt x="12898" y="10075"/>
                  <a:pt x="0" y="234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4583850" y="4086197"/>
            <a:ext cx="33642" cy="28464"/>
          </a:xfrm>
          <a:custGeom>
            <a:avLst/>
            <a:gdLst/>
            <a:ahLst/>
            <a:cxnLst/>
            <a:rect r="r" b="b" t="t" l="l"/>
            <a:pathLst>
              <a:path h="28464" w="33642">
                <a:moveTo>
                  <a:pt x="0" y="0"/>
                </a:moveTo>
                <a:lnTo>
                  <a:pt x="0" y="22366"/>
                </a:lnTo>
                <a:cubicBezTo>
                  <a:pt x="7143" y="23046"/>
                  <a:pt x="14068" y="25124"/>
                  <a:pt x="20378" y="28464"/>
                </a:cubicBezTo>
                <a:lnTo>
                  <a:pt x="33642" y="10344"/>
                </a:lnTo>
                <a:cubicBezTo>
                  <a:pt x="23640" y="4482"/>
                  <a:pt x="12205" y="813"/>
                  <a:pt x="0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9"/>
          <p:cNvSpPr txBox="true"/>
          <p:nvPr/>
        </p:nvSpPr>
        <p:spPr>
          <a:xfrm>
            <a:off x="4743781" y="4070073"/>
            <a:ext cx="751307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Snapshot Tests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43627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477081" y="4521216"/>
            <a:ext cx="203200" cy="203200"/>
          </a:xfrm>
          <a:prstGeom prst="rect">
            <a:avLst/>
          </a:prstGeom>
        </p:spPr>
      </p:pic>
      <p:sp>
        <p:nvSpPr>
          <p:cNvPr name="GraphCompose Text Line" id="62"/>
          <p:cNvSpPr txBox="true"/>
          <p:nvPr/>
        </p:nvSpPr>
        <p:spPr>
          <a:xfrm>
            <a:off x="4743781" y="4552673"/>
            <a:ext cx="21123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57543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64"/>
          <p:cNvSpPr txBox="true"/>
          <p:nvPr/>
        </p:nvSpPr>
        <p:spPr>
          <a:xfrm>
            <a:off x="6033882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65"/>
          <p:cNvSpPr txBox="true"/>
          <p:nvPr/>
        </p:nvSpPr>
        <p:spPr>
          <a:xfrm>
            <a:off x="6146861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66"/>
          <p:cNvSpPr txBox="true"/>
          <p:nvPr/>
        </p:nvSpPr>
        <p:spPr>
          <a:xfrm>
            <a:off x="6284554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Inline Text Span" id="67"/>
          <p:cNvSpPr txBox="true"/>
          <p:nvPr/>
        </p:nvSpPr>
        <p:spPr>
          <a:xfrm>
            <a:off x="678018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68"/>
          <p:cNvSpPr txBox="true"/>
          <p:nvPr/>
        </p:nvSpPr>
        <p:spPr>
          <a:xfrm>
            <a:off x="6826082" y="2693139"/>
            <a:ext cx="7262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6033882" y="30116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0" id="70"/>
          <p:cNvSpPr/>
          <p:nvPr/>
        </p:nvSpPr>
        <p:spPr>
          <a:xfrm>
            <a:off x="6242482" y="3317776"/>
            <a:ext cx="11138" cy="12786"/>
          </a:xfrm>
          <a:custGeom>
            <a:avLst/>
            <a:gdLst/>
            <a:ahLst/>
            <a:cxnLst/>
            <a:rect r="r" b="b" t="t" l="l"/>
            <a:pathLst>
              <a:path h="12786" w="11138">
                <a:moveTo>
                  <a:pt x="11138" y="6060"/>
                </a:moveTo>
                <a:cubicBezTo>
                  <a:pt x="11138" y="2264"/>
                  <a:pt x="8504" y="0"/>
                  <a:pt x="3856" y="0"/>
                </a:cubicBezTo>
                <a:cubicBezTo>
                  <a:pt x="1958" y="0"/>
                  <a:pt x="673" y="187"/>
                  <a:pt x="0" y="366"/>
                </a:cubicBezTo>
                <a:lnTo>
                  <a:pt x="0" y="12547"/>
                </a:lnTo>
                <a:cubicBezTo>
                  <a:pt x="797" y="12726"/>
                  <a:pt x="1775" y="12786"/>
                  <a:pt x="3124" y="12786"/>
                </a:cubicBezTo>
                <a:cubicBezTo>
                  <a:pt x="8078" y="12786"/>
                  <a:pt x="11138" y="10283"/>
                  <a:pt x="11138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1" id="71"/>
          <p:cNvSpPr/>
          <p:nvPr/>
        </p:nvSpPr>
        <p:spPr>
          <a:xfrm>
            <a:off x="6278171" y="3317903"/>
            <a:ext cx="17195" cy="27530"/>
          </a:xfrm>
          <a:custGeom>
            <a:avLst/>
            <a:gdLst/>
            <a:ahLst/>
            <a:cxnLst/>
            <a:rect r="r" b="b" t="t" l="l"/>
            <a:pathLst>
              <a:path h="27530" w="17195">
                <a:moveTo>
                  <a:pt x="4222" y="0"/>
                </a:moveTo>
                <a:cubicBezTo>
                  <a:pt x="2141" y="0"/>
                  <a:pt x="796" y="180"/>
                  <a:pt x="0" y="366"/>
                </a:cubicBezTo>
                <a:lnTo>
                  <a:pt x="0" y="27343"/>
                </a:lnTo>
                <a:cubicBezTo>
                  <a:pt x="796" y="27530"/>
                  <a:pt x="2082" y="27530"/>
                  <a:pt x="3244" y="27530"/>
                </a:cubicBezTo>
                <a:cubicBezTo>
                  <a:pt x="11688" y="27589"/>
                  <a:pt x="17195" y="22941"/>
                  <a:pt x="17195" y="13093"/>
                </a:cubicBezTo>
                <a:cubicBezTo>
                  <a:pt x="17254" y="4528"/>
                  <a:pt x="12236" y="0"/>
                  <a:pt x="422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07526" y="3176762"/>
            <a:ext cx="186112" cy="228600"/>
          </a:xfrm>
          <a:custGeom>
            <a:avLst/>
            <a:gdLst/>
            <a:ahLst/>
            <a:cxnLst/>
            <a:rect r="r" b="b" t="t" l="l"/>
            <a:pathLst>
              <a:path h="228600" w="186112">
                <a:moveTo>
                  <a:pt x="128326" y="0"/>
                </a:moveTo>
                <a:lnTo>
                  <a:pt x="36511" y="0"/>
                </a:lnTo>
                <a:cubicBezTo>
                  <a:pt x="23097" y="0"/>
                  <a:pt x="12180" y="10925"/>
                  <a:pt x="12180" y="24330"/>
                </a:cubicBezTo>
                <a:lnTo>
                  <a:pt x="12180" y="114299"/>
                </a:lnTo>
                <a:lnTo>
                  <a:pt x="9804" y="114299"/>
                </a:lnTo>
                <a:cubicBezTo>
                  <a:pt x="4390" y="114299"/>
                  <a:pt x="0" y="118686"/>
                  <a:pt x="0" y="124104"/>
                </a:cubicBezTo>
                <a:lnTo>
                  <a:pt x="0" y="183563"/>
                </a:lnTo>
                <a:cubicBezTo>
                  <a:pt x="0" y="188981"/>
                  <a:pt x="4390" y="193366"/>
                  <a:pt x="9804" y="193366"/>
                </a:cubicBezTo>
                <a:lnTo>
                  <a:pt x="12180" y="193366"/>
                </a:lnTo>
                <a:lnTo>
                  <a:pt x="12180" y="204269"/>
                </a:lnTo>
                <a:cubicBezTo>
                  <a:pt x="12180" y="217690"/>
                  <a:pt x="23097" y="228599"/>
                  <a:pt x="36511" y="228599"/>
                </a:cubicBezTo>
                <a:lnTo>
                  <a:pt x="161788" y="228599"/>
                </a:lnTo>
                <a:cubicBezTo>
                  <a:pt x="175193" y="228599"/>
                  <a:pt x="186112" y="217689"/>
                  <a:pt x="186112" y="204269"/>
                </a:cubicBezTo>
                <a:lnTo>
                  <a:pt x="186112" y="57583"/>
                </a:lnTo>
                <a:lnTo>
                  <a:pt x="128326" y="0"/>
                </a:lnTo>
                <a:close/>
                <a:moveTo>
                  <a:pt x="25720" y="134834"/>
                </a:moveTo>
                <a:cubicBezTo>
                  <a:pt x="28594" y="134349"/>
                  <a:pt x="32632" y="133983"/>
                  <a:pt x="38322" y="133983"/>
                </a:cubicBezTo>
                <a:cubicBezTo>
                  <a:pt x="44073" y="133983"/>
                  <a:pt x="48171" y="135080"/>
                  <a:pt x="50925" y="137285"/>
                </a:cubicBezTo>
                <a:cubicBezTo>
                  <a:pt x="53555" y="139363"/>
                  <a:pt x="55331" y="142792"/>
                  <a:pt x="55331" y="146828"/>
                </a:cubicBezTo>
                <a:cubicBezTo>
                  <a:pt x="55331" y="150863"/>
                  <a:pt x="53985" y="154293"/>
                  <a:pt x="51538" y="156617"/>
                </a:cubicBezTo>
                <a:cubicBezTo>
                  <a:pt x="48355" y="159614"/>
                  <a:pt x="43647" y="160959"/>
                  <a:pt x="38140" y="160959"/>
                </a:cubicBezTo>
                <a:cubicBezTo>
                  <a:pt x="36914" y="160959"/>
                  <a:pt x="35816" y="160898"/>
                  <a:pt x="34956" y="160779"/>
                </a:cubicBezTo>
                <a:lnTo>
                  <a:pt x="34956" y="175523"/>
                </a:lnTo>
                <a:lnTo>
                  <a:pt x="25720" y="175523"/>
                </a:lnTo>
                <a:lnTo>
                  <a:pt x="25720" y="134834"/>
                </a:lnTo>
                <a:close/>
                <a:moveTo>
                  <a:pt x="161788" y="213699"/>
                </a:moveTo>
                <a:lnTo>
                  <a:pt x="36511" y="213699"/>
                </a:lnTo>
                <a:cubicBezTo>
                  <a:pt x="31317" y="213699"/>
                  <a:pt x="27088" y="209470"/>
                  <a:pt x="27088" y="204269"/>
                </a:cubicBezTo>
                <a:lnTo>
                  <a:pt x="27088" y="193366"/>
                </a:lnTo>
                <a:lnTo>
                  <a:pt x="143872" y="193366"/>
                </a:lnTo>
                <a:cubicBezTo>
                  <a:pt x="149287" y="193366"/>
                  <a:pt x="153677" y="188981"/>
                  <a:pt x="153677" y="183563"/>
                </a:cubicBezTo>
                <a:lnTo>
                  <a:pt x="153677" y="124104"/>
                </a:lnTo>
                <a:cubicBezTo>
                  <a:pt x="153677" y="118686"/>
                  <a:pt x="149287" y="114299"/>
                  <a:pt x="143872" y="114299"/>
                </a:cubicBezTo>
                <a:lnTo>
                  <a:pt x="27088" y="114299"/>
                </a:lnTo>
                <a:lnTo>
                  <a:pt x="27088" y="24330"/>
                </a:lnTo>
                <a:cubicBezTo>
                  <a:pt x="27088" y="19144"/>
                  <a:pt x="31317" y="14915"/>
                  <a:pt x="36511" y="14915"/>
                </a:cubicBezTo>
                <a:lnTo>
                  <a:pt x="122751" y="14825"/>
                </a:lnTo>
                <a:lnTo>
                  <a:pt x="122751" y="46702"/>
                </a:lnTo>
                <a:cubicBezTo>
                  <a:pt x="122751" y="56013"/>
                  <a:pt x="130306" y="63575"/>
                  <a:pt x="139624" y="63575"/>
                </a:cubicBezTo>
                <a:lnTo>
                  <a:pt x="170852" y="63486"/>
                </a:lnTo>
                <a:lnTo>
                  <a:pt x="171203" y="204269"/>
                </a:lnTo>
                <a:cubicBezTo>
                  <a:pt x="171203" y="209470"/>
                  <a:pt x="166982" y="213699"/>
                  <a:pt x="161788" y="213699"/>
                </a:cubicBezTo>
                <a:close/>
                <a:moveTo>
                  <a:pt x="61286" y="175336"/>
                </a:moveTo>
                <a:lnTo>
                  <a:pt x="61286" y="134834"/>
                </a:lnTo>
                <a:cubicBezTo>
                  <a:pt x="64712" y="134289"/>
                  <a:pt x="69177" y="133983"/>
                  <a:pt x="73889" y="133983"/>
                </a:cubicBezTo>
                <a:cubicBezTo>
                  <a:pt x="81720" y="133983"/>
                  <a:pt x="86798" y="135388"/>
                  <a:pt x="90776" y="138384"/>
                </a:cubicBezTo>
                <a:cubicBezTo>
                  <a:pt x="95058" y="141567"/>
                  <a:pt x="97748" y="146641"/>
                  <a:pt x="97748" y="153926"/>
                </a:cubicBezTo>
                <a:cubicBezTo>
                  <a:pt x="97748" y="161817"/>
                  <a:pt x="94875" y="167265"/>
                  <a:pt x="90896" y="170627"/>
                </a:cubicBezTo>
                <a:cubicBezTo>
                  <a:pt x="86554" y="174236"/>
                  <a:pt x="79945" y="175948"/>
                  <a:pt x="71871" y="175948"/>
                </a:cubicBezTo>
                <a:cubicBezTo>
                  <a:pt x="67036" y="175948"/>
                  <a:pt x="63610" y="175642"/>
                  <a:pt x="61286" y="175336"/>
                </a:cubicBezTo>
                <a:close/>
                <a:moveTo>
                  <a:pt x="128057" y="151357"/>
                </a:moveTo>
                <a:lnTo>
                  <a:pt x="128057" y="158941"/>
                </a:lnTo>
                <a:lnTo>
                  <a:pt x="113250" y="158941"/>
                </a:lnTo>
                <a:lnTo>
                  <a:pt x="113250" y="175523"/>
                </a:lnTo>
                <a:lnTo>
                  <a:pt x="103891" y="175523"/>
                </a:lnTo>
                <a:lnTo>
                  <a:pt x="103891" y="134289"/>
                </a:lnTo>
                <a:lnTo>
                  <a:pt x="129096" y="134289"/>
                </a:lnTo>
                <a:lnTo>
                  <a:pt x="129096" y="141933"/>
                </a:lnTo>
                <a:lnTo>
                  <a:pt x="113250" y="141933"/>
                </a:lnTo>
                <a:lnTo>
                  <a:pt x="113250" y="151357"/>
                </a:lnTo>
                <a:lnTo>
                  <a:pt x="128057" y="151357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3"/>
          <p:cNvSpPr txBox="true"/>
          <p:nvPr/>
        </p:nvSpPr>
        <p:spPr>
          <a:xfrm>
            <a:off x="6503782" y="3123767"/>
            <a:ext cx="6516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PDFBox 3.0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6503782" y="3330771"/>
            <a:ext cx="843089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2EC48A"/>
                </a:solidFill>
                <a:latin typeface="Arial"/>
              </a:rPr>
              <a:t>Production backend</a:t>
            </a:r>
            <a:endParaRPr lang="en-US" sz="1100"/>
          </a:p>
        </p:txBody>
      </p:sp>
      <p:sp>
        <p:nvSpPr>
          <p:cNvPr name="AutoShape 75" id="75"/>
          <p:cNvSpPr/>
          <p:nvPr/>
        </p:nvSpPr>
        <p:spPr>
          <a:xfrm>
            <a:off x="6033882" y="36974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6199357" y="3862562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3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8"/>
                  <a:pt x="183036" y="51881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7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2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5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5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5"/>
                  <a:pt x="202449" y="161211"/>
                </a:cubicBezTo>
                <a:lnTo>
                  <a:pt x="202449" y="94581"/>
                </a:lnTo>
                <a:cubicBezTo>
                  <a:pt x="202449" y="87504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8"/>
                  <a:pt x="133113" y="59314"/>
                  <a:pt x="135587" y="59314"/>
                </a:cubicBezTo>
                <a:lnTo>
                  <a:pt x="175184" y="59314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5"/>
                </a:moveTo>
                <a:cubicBezTo>
                  <a:pt x="143437" y="140025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5"/>
                  <a:pt x="140167" y="140025"/>
                </a:cubicBezTo>
                <a:close/>
                <a:moveTo>
                  <a:pt x="108522" y="123816"/>
                </a:moveTo>
                <a:cubicBezTo>
                  <a:pt x="108522" y="139528"/>
                  <a:pt x="98993" y="149056"/>
                  <a:pt x="84988" y="149056"/>
                </a:cubicBezTo>
                <a:cubicBezTo>
                  <a:pt x="70765" y="149056"/>
                  <a:pt x="62446" y="138316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0"/>
                  <a:pt x="108522" y="123816"/>
                </a:cubicBezTo>
                <a:close/>
                <a:moveTo>
                  <a:pt x="15159" y="148062"/>
                </a:moveTo>
                <a:lnTo>
                  <a:pt x="15159" y="100990"/>
                </a:lnTo>
                <a:cubicBezTo>
                  <a:pt x="19142" y="100351"/>
                  <a:pt x="24331" y="99999"/>
                  <a:pt x="29806" y="99999"/>
                </a:cubicBezTo>
                <a:cubicBezTo>
                  <a:pt x="38908" y="99999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5"/>
                </a:cubicBezTo>
                <a:cubicBezTo>
                  <a:pt x="57536" y="132345"/>
                  <a:pt x="54194" y="138677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4"/>
                  <a:pt x="15159" y="148062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8"/>
                </a:lnTo>
                <a:cubicBezTo>
                  <a:pt x="177285" y="136258"/>
                  <a:pt x="176147" y="133765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8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4"/>
                </a:lnTo>
                <a:lnTo>
                  <a:pt x="155105" y="100348"/>
                </a:lnTo>
                <a:lnTo>
                  <a:pt x="167550" y="100348"/>
                </a:lnTo>
                <a:lnTo>
                  <a:pt x="171743" y="109097"/>
                </a:lnTo>
                <a:cubicBezTo>
                  <a:pt x="173166" y="112007"/>
                  <a:pt x="174229" y="114356"/>
                  <a:pt x="175368" y="117057"/>
                </a:cubicBezTo>
                <a:lnTo>
                  <a:pt x="175508" y="117057"/>
                </a:lnTo>
                <a:cubicBezTo>
                  <a:pt x="176645" y="114000"/>
                  <a:pt x="177573" y="111868"/>
                  <a:pt x="178778" y="109097"/>
                </a:cubicBezTo>
                <a:lnTo>
                  <a:pt x="182831" y="100348"/>
                </a:lnTo>
                <a:lnTo>
                  <a:pt x="195206" y="100348"/>
                </a:lnTo>
                <a:lnTo>
                  <a:pt x="181695" y="123739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7" id="77"/>
          <p:cNvSpPr/>
          <p:nvPr/>
        </p:nvSpPr>
        <p:spPr>
          <a:xfrm>
            <a:off x="6225393" y="3970874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5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3"/>
                  <a:pt x="2421" y="31993"/>
                  <a:pt x="3772" y="31993"/>
                </a:cubicBezTo>
                <a:cubicBezTo>
                  <a:pt x="13584" y="32068"/>
                  <a:pt x="19980" y="26667"/>
                  <a:pt x="19980" y="1521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8" id="78"/>
          <p:cNvSpPr/>
          <p:nvPr/>
        </p:nvSpPr>
        <p:spPr>
          <a:xfrm>
            <a:off x="6273255" y="3970732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8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9"/>
          <p:cNvSpPr txBox="true"/>
          <p:nvPr/>
        </p:nvSpPr>
        <p:spPr>
          <a:xfrm>
            <a:off x="6503782" y="3809567"/>
            <a:ext cx="7186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503782" y="4016571"/>
            <a:ext cx="689451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6033882" y="43832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82" id="82"/>
          <p:cNvSpPr/>
          <p:nvPr/>
        </p:nvSpPr>
        <p:spPr>
          <a:xfrm>
            <a:off x="6253179" y="4598180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1"/>
                </a:moveTo>
                <a:cubicBezTo>
                  <a:pt x="11135" y="2265"/>
                  <a:pt x="8504" y="0"/>
                  <a:pt x="3841" y="0"/>
                </a:cubicBezTo>
                <a:cubicBezTo>
                  <a:pt x="1957" y="0"/>
                  <a:pt x="673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64" y="12787"/>
                  <a:pt x="3109" y="12787"/>
                </a:cubicBezTo>
                <a:cubicBezTo>
                  <a:pt x="8071" y="12787"/>
                  <a:pt x="11135" y="10284"/>
                  <a:pt x="11135" y="606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3" id="83"/>
          <p:cNvSpPr/>
          <p:nvPr/>
        </p:nvSpPr>
        <p:spPr>
          <a:xfrm>
            <a:off x="6217610" y="4598180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71" y="12787"/>
                  <a:pt x="3124" y="12787"/>
                </a:cubicBezTo>
                <a:cubicBezTo>
                  <a:pt x="8070" y="12787"/>
                  <a:pt x="11134" y="10284"/>
                  <a:pt x="11134" y="6061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4" id="84"/>
          <p:cNvSpPr/>
          <p:nvPr/>
        </p:nvSpPr>
        <p:spPr>
          <a:xfrm>
            <a:off x="6187750" y="4548362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0"/>
                </a:cubicBezTo>
                <a:lnTo>
                  <a:pt x="51732" y="28836"/>
                </a:lnTo>
                <a:lnTo>
                  <a:pt x="9804" y="28836"/>
                </a:lnTo>
                <a:cubicBezTo>
                  <a:pt x="4386" y="28836"/>
                  <a:pt x="0" y="33223"/>
                  <a:pt x="0" y="38640"/>
                </a:cubicBezTo>
                <a:lnTo>
                  <a:pt x="0" y="88564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3"/>
                </a:lnTo>
                <a:lnTo>
                  <a:pt x="167878" y="0"/>
                </a:lnTo>
                <a:close/>
                <a:moveTo>
                  <a:pt x="46434" y="65421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3"/>
                  <a:pt x="29860" y="69584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0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1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0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1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3"/>
                  <a:pt x="65430" y="69584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0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4"/>
                </a:cubicBezTo>
                <a:lnTo>
                  <a:pt x="142695" y="38640"/>
                </a:lnTo>
                <a:cubicBezTo>
                  <a:pt x="142695" y="33223"/>
                  <a:pt x="138309" y="28836"/>
                  <a:pt x="132892" y="28836"/>
                </a:cubicBezTo>
                <a:lnTo>
                  <a:pt x="66641" y="28836"/>
                </a:lnTo>
                <a:lnTo>
                  <a:pt x="66641" y="24330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5"/>
                </a:lnTo>
                <a:lnTo>
                  <a:pt x="162304" y="46703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6"/>
                </a:lnTo>
                <a:lnTo>
                  <a:pt x="210756" y="204270"/>
                </a:lnTo>
                <a:cubicBezTo>
                  <a:pt x="210756" y="209470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5" id="85"/>
          <p:cNvSpPr/>
          <p:nvPr/>
        </p:nvSpPr>
        <p:spPr>
          <a:xfrm>
            <a:off x="6275552" y="4659022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7"/>
                  <a:pt x="86577" y="33291"/>
                </a:cubicBezTo>
                <a:lnTo>
                  <a:pt x="52711" y="44104"/>
                </a:lnTo>
                <a:cubicBezTo>
                  <a:pt x="51426" y="44507"/>
                  <a:pt x="50036" y="44171"/>
                  <a:pt x="49072" y="43229"/>
                </a:cubicBezTo>
                <a:cubicBezTo>
                  <a:pt x="48115" y="42296"/>
                  <a:pt x="47750" y="40897"/>
                  <a:pt x="48137" y="39620"/>
                </a:cubicBezTo>
                <a:lnTo>
                  <a:pt x="58285" y="5560"/>
                </a:lnTo>
                <a:cubicBezTo>
                  <a:pt x="58577" y="4588"/>
                  <a:pt x="58442" y="3535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8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6" id="86"/>
          <p:cNvSpPr/>
          <p:nvPr/>
        </p:nvSpPr>
        <p:spPr>
          <a:xfrm>
            <a:off x="6330316" y="4645449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3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5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87"/>
          <p:cNvSpPr txBox="true"/>
          <p:nvPr/>
        </p:nvSpPr>
        <p:spPr>
          <a:xfrm>
            <a:off x="6503782" y="4495367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88"/>
          <p:cNvSpPr txBox="true"/>
          <p:nvPr/>
        </p:nvSpPr>
        <p:spPr>
          <a:xfrm>
            <a:off x="6503782" y="4702371"/>
            <a:ext cx="35074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767E94"/>
                </a:solidFill>
                <a:latin typeface="Arial"/>
              </a:rPr>
              <a:t>Planned</a:t>
            </a:r>
            <a:endParaRPr lang="en-US" sz="1100"/>
          </a:p>
        </p:txBody>
      </p:sp>
      <p:sp>
        <p:nvSpPr>
          <p:cNvPr name="GraphCompose Text Line" id="89"/>
          <p:cNvSpPr txBox="true"/>
          <p:nvPr/>
        </p:nvSpPr>
        <p:spPr>
          <a:xfrm>
            <a:off x="7664610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90"/>
          <p:cNvSpPr txBox="true"/>
          <p:nvPr/>
        </p:nvSpPr>
        <p:spPr>
          <a:xfrm>
            <a:off x="7944124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91"/>
          <p:cNvSpPr txBox="true"/>
          <p:nvPr/>
        </p:nvSpPr>
        <p:spPr>
          <a:xfrm>
            <a:off x="8057103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2"/>
          <p:cNvSpPr txBox="true"/>
          <p:nvPr/>
        </p:nvSpPr>
        <p:spPr>
          <a:xfrm>
            <a:off x="8194797" y="2693139"/>
            <a:ext cx="34071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93"/>
          <p:cNvSpPr txBox="true"/>
          <p:nvPr/>
        </p:nvSpPr>
        <p:spPr>
          <a:xfrm>
            <a:off x="853424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4"/>
          <p:cNvSpPr txBox="true"/>
          <p:nvPr/>
        </p:nvSpPr>
        <p:spPr>
          <a:xfrm>
            <a:off x="8580140" y="2693139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95"/>
          <p:cNvSpPr txBox="true"/>
          <p:nvPr/>
        </p:nvSpPr>
        <p:spPr>
          <a:xfrm>
            <a:off x="891034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6"/>
          <p:cNvSpPr txBox="true"/>
          <p:nvPr/>
        </p:nvSpPr>
        <p:spPr>
          <a:xfrm>
            <a:off x="8956238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fals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7944124" y="3011662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9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7944124" y="3011662"/>
            <a:ext cx="2209800" cy="1855817"/>
          </a:xfrm>
          <a:prstGeom prst="rect">
            <a:avLst/>
          </a:prstGeom>
        </p:spPr>
      </p:pic>
      <p:sp>
        <p:nvSpPr>
          <p:cNvPr name="GraphCompose Text Line" id="99"/>
          <p:cNvSpPr txBox="true"/>
          <p:nvPr/>
        </p:nvSpPr>
        <p:spPr>
          <a:xfrm>
            <a:off x="7944124" y="5077052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7944124" y="5187542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1800" y="5579949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5522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3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5475" y="5928240"/>
            <a:ext cx="279400" cy="273698"/>
          </a:xfrm>
          <a:prstGeom prst="rect">
            <a:avLst/>
          </a:prstGeom>
        </p:spPr>
      </p:pic>
      <p:sp>
        <p:nvSpPr>
          <p:cNvPr name="GraphCompose Text Line" id="104"/>
          <p:cNvSpPr txBox="true"/>
          <p:nvPr/>
        </p:nvSpPr>
        <p:spPr>
          <a:xfrm>
            <a:off x="1136475" y="5986693"/>
            <a:ext cx="71214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30792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6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32824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07"/>
          <p:cNvSpPr txBox="true"/>
          <p:nvPr/>
        </p:nvSpPr>
        <p:spPr>
          <a:xfrm>
            <a:off x="3663425" y="5986693"/>
            <a:ext cx="7857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56061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5852519" y="5934155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2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6"/>
                  <a:pt x="87257" y="121783"/>
                  <a:pt x="96940" y="143655"/>
                </a:cubicBezTo>
                <a:cubicBezTo>
                  <a:pt x="72126" y="121251"/>
                  <a:pt x="53921" y="101562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7"/>
                  <a:pt x="162940" y="145104"/>
                </a:cubicBezTo>
                <a:cubicBezTo>
                  <a:pt x="160766" y="145515"/>
                  <a:pt x="158880" y="146039"/>
                  <a:pt x="157055" y="146694"/>
                </a:cubicBezTo>
                <a:lnTo>
                  <a:pt x="157317" y="146615"/>
                </a:lnTo>
                <a:cubicBezTo>
                  <a:pt x="158356" y="145157"/>
                  <a:pt x="159788" y="144031"/>
                  <a:pt x="161455" y="143393"/>
                </a:cubicBezTo>
                <a:lnTo>
                  <a:pt x="161517" y="143376"/>
                </a:lnTo>
                <a:cubicBezTo>
                  <a:pt x="192888" y="132348"/>
                  <a:pt x="217012" y="175900"/>
                  <a:pt x="151388" y="193153"/>
                </a:cubicBezTo>
                <a:cubicBezTo>
                  <a:pt x="151790" y="192795"/>
                  <a:pt x="152122" y="192367"/>
                  <a:pt x="152357" y="191887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3"/>
                  <a:pt x="25807" y="153862"/>
                </a:cubicBezTo>
                <a:cubicBezTo>
                  <a:pt x="37655" y="147724"/>
                  <a:pt x="51677" y="144127"/>
                  <a:pt x="66538" y="144127"/>
                </a:cubicBezTo>
                <a:cubicBezTo>
                  <a:pt x="66704" y="144127"/>
                  <a:pt x="66870" y="144127"/>
                  <a:pt x="67036" y="144127"/>
                </a:cubicBezTo>
                <a:lnTo>
                  <a:pt x="67009" y="144127"/>
                </a:lnTo>
                <a:close/>
                <a:moveTo>
                  <a:pt x="176534" y="223721"/>
                </a:moveTo>
                <a:cubicBezTo>
                  <a:pt x="176534" y="223721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2"/>
                  <a:pt x="-25201" y="237359"/>
                  <a:pt x="13129" y="243576"/>
                </a:cubicBezTo>
                <a:cubicBezTo>
                  <a:pt x="117659" y="260523"/>
                  <a:pt x="203654" y="235936"/>
                  <a:pt x="176543" y="223721"/>
                </a:cubicBezTo>
                <a:close/>
                <a:moveTo>
                  <a:pt x="108736" y="125206"/>
                </a:moveTo>
                <a:cubicBezTo>
                  <a:pt x="111478" y="128498"/>
                  <a:pt x="113145" y="132785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9"/>
                  <a:pt x="65918" y="75866"/>
                  <a:pt x="108736" y="125206"/>
                </a:cubicBezTo>
                <a:close/>
                <a:moveTo>
                  <a:pt x="55921" y="173848"/>
                </a:moveTo>
                <a:cubicBezTo>
                  <a:pt x="55921" y="173848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4"/>
                  <a:pt x="138387" y="185609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1"/>
                </a:cubicBezTo>
                <a:cubicBezTo>
                  <a:pt x="75601" y="211235"/>
                  <a:pt x="82839" y="211768"/>
                  <a:pt x="90208" y="211768"/>
                </a:cubicBezTo>
                <a:cubicBezTo>
                  <a:pt x="102031" y="211768"/>
                  <a:pt x="113530" y="210397"/>
                  <a:pt x="124557" y="207795"/>
                </a:cubicBezTo>
                <a:lnTo>
                  <a:pt x="123544" y="207996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1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110"/>
          <p:cNvSpPr txBox="true"/>
          <p:nvPr/>
        </p:nvSpPr>
        <p:spPr>
          <a:xfrm>
            <a:off x="6190375" y="5986693"/>
            <a:ext cx="49424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81331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12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83363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13"/>
          <p:cNvSpPr txBox="true"/>
          <p:nvPr/>
        </p:nvSpPr>
        <p:spPr>
          <a:xfrm>
            <a:off x="8717325" y="5986693"/>
            <a:ext cx="6583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14"/>
          <p:cNvSpPr txBox="true"/>
          <p:nvPr/>
        </p:nvSpPr>
        <p:spPr>
          <a:xfrm>
            <a:off x="203200" y="7189226"/>
            <a:ext cx="225094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“twinned”</a:t>
            </a:r>
            <a:endParaRPr lang="en-US" sz="1100"/>
          </a:p>
        </p:txBody>
      </p:sp>
      <p:sp>
        <p:nvSpPr>
          <p:cNvPr name="GraphCompose Footer" id="11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1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77608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8383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From one Java file to a designed PDF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78435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25014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4307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8283" y="2653613"/>
            <a:ext cx="5978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90346" y="2653613"/>
            <a:ext cx="6113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fals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fals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823949" y="2857682"/>
            <a:ext cx="114183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PDFBox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084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1347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0649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225094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902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34538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5792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2.3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2.5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4.6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4.5 ms · 0.8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12.9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9.1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11.8 ms · 3.2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50.3 ms · 13.4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16.5 ms · 10.7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45.3 ms · 15.7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243.7 ms · 66.0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48.5 ms · 52.0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299783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4960831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381000" y="490441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337060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28064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300.0 ms</a:t>
            </a:r>
            <a:endParaRPr lang="en-US" sz="1100"/>
          </a:p>
        </p:txBody>
      </p:sp>
      <p:sp>
        <p:nvSpPr>
          <p:cNvPr name="AutoShape 106" id="106"/>
          <p:cNvSpPr/>
          <p:nvPr/>
        </p:nvSpPr>
        <p:spPr>
          <a:xfrm>
            <a:off x="1510894" y="5302221"/>
            <a:ext cx="870372" cy="282381"/>
          </a:xfrm>
          <a:prstGeom prst="roundRect">
            <a:avLst>
              <a:gd name="adj" fmla="val 8995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7"/>
          <p:cNvSpPr txBox="true"/>
          <p:nvPr/>
        </p:nvSpPr>
        <p:spPr>
          <a:xfrm>
            <a:off x="1765384" y="5163814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45.3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2522954" y="4064722"/>
            <a:ext cx="870372" cy="1519880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2749200" y="392631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243.7 ms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3535015" y="5282260"/>
            <a:ext cx="870372" cy="302342"/>
          </a:xfrm>
          <a:prstGeom prst="roundRect">
            <a:avLst>
              <a:gd name="adj" fmla="val 840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3789505" y="5143853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48.5 ms</a:t>
            </a:r>
            <a:endParaRPr lang="en-US" sz="1100"/>
          </a:p>
        </p:txBody>
      </p:sp>
      <p:sp>
        <p:nvSpPr>
          <p:cNvPr name="GraphCompose Text Line" id="112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7" id="117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8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19" id="119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0" id="120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1"/>
          <p:cNvSpPr txBox="true"/>
          <p:nvPr/>
        </p:nvSpPr>
        <p:spPr>
          <a:xfrm>
            <a:off x="5625400" y="3286125"/>
            <a:ext cx="29592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2" id="122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3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6721968" y="5216655"/>
            <a:ext cx="878530" cy="367947"/>
          </a:xfrm>
          <a:prstGeom prst="roundRect">
            <a:avLst>
              <a:gd name="adj" fmla="val 690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33"/>
          <p:cNvSpPr txBox="true"/>
          <p:nvPr/>
        </p:nvSpPr>
        <p:spPr>
          <a:xfrm>
            <a:off x="6972054" y="50782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15.7 MB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7743514" y="4041939"/>
            <a:ext cx="878530" cy="1542663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35"/>
          <p:cNvSpPr txBox="true"/>
          <p:nvPr/>
        </p:nvSpPr>
        <p:spPr>
          <a:xfrm>
            <a:off x="7993600" y="390353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66.0 MB</a:t>
            </a:r>
            <a:endParaRPr lang="en-US" sz="1100"/>
          </a:p>
        </p:txBody>
      </p:sp>
      <p:sp>
        <p:nvSpPr>
          <p:cNvPr name="AutoShape 136" id="136"/>
          <p:cNvSpPr/>
          <p:nvPr/>
        </p:nvSpPr>
        <p:spPr>
          <a:xfrm>
            <a:off x="8765060" y="4369418"/>
            <a:ext cx="878530" cy="1215184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37"/>
          <p:cNvSpPr txBox="true"/>
          <p:nvPr/>
        </p:nvSpPr>
        <p:spPr>
          <a:xfrm>
            <a:off x="9015146" y="4231011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52.0 MB</a:t>
            </a:r>
            <a:endParaRPr lang="en-US" sz="1100"/>
          </a:p>
        </p:txBody>
      </p:sp>
      <p:sp>
        <p:nvSpPr>
          <p:cNvPr name="GraphCompose Text Line" id="138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39" id="139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0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1" id="141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44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45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2026-06-15 19:41:29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46"/>
          <p:cNvSpPr txBox="true"/>
          <p:nvPr/>
        </p:nvSpPr>
        <p:spPr>
          <a:xfrm>
            <a:off x="203200" y="7189226"/>
            <a:ext cx="225094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“twinned”</a:t>
            </a:r>
            <a:endParaRPr lang="en-US" sz="1100"/>
          </a:p>
        </p:txBody>
      </p:sp>
      <p:sp>
        <p:nvSpPr>
          <p:cNvPr name="GraphCompose Footer" id="147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48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46883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fals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07399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298068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381000" y="292426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462271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40585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true">
            <a:off x="1481889" y="3438176"/>
            <a:ext cx="1433885" cy="3748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8" id="18"/>
          <p:cNvCxnSpPr/>
          <p:nvPr/>
        </p:nvCxnSpPr>
        <p:spPr>
          <a:xfrm flipV="true">
            <a:off x="2915773" y="3264406"/>
            <a:ext cx="1433885" cy="17377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9" id="19"/>
          <p:cNvCxnSpPr/>
          <p:nvPr/>
        </p:nvCxnSpPr>
        <p:spPr>
          <a:xfrm flipV="true">
            <a:off x="1481889" y="3238122"/>
            <a:ext cx="1433885" cy="194248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2235934"/>
            <a:ext cx="1433885" cy="1002189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413811"/>
            <a:ext cx="1433885" cy="37948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3247817"/>
            <a:ext cx="1433885" cy="165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1450139" y="3443907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4" id="24"/>
          <p:cNvSpPr/>
          <p:nvPr/>
        </p:nvSpPr>
        <p:spPr>
          <a:xfrm>
            <a:off x="2884023" y="3406426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5" id="25"/>
          <p:cNvSpPr/>
          <p:nvPr/>
        </p:nvSpPr>
        <p:spPr>
          <a:xfrm>
            <a:off x="4317908" y="3232656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1450139" y="3400620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2884023" y="3206372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4317908" y="2204184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1450139" y="34200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2884023" y="3382061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4317908" y="3216067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6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5625400" y="1639887"/>
            <a:ext cx="200442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4" id="44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4" id="54"/>
          <p:cNvSpPr/>
          <p:nvPr/>
        </p:nvSpPr>
        <p:spPr>
          <a:xfrm>
            <a:off x="6693353" y="3193293"/>
            <a:ext cx="2894117" cy="305797"/>
          </a:xfrm>
          <a:custGeom>
            <a:avLst/>
            <a:gdLst/>
            <a:ahLst/>
            <a:cxnLst/>
            <a:rect r="r" b="b" t="t" l="l"/>
            <a:pathLst>
              <a:path h="305797" w="2894117">
                <a:moveTo>
                  <a:pt x="0" y="289467"/>
                </a:moveTo>
                <a:cubicBezTo>
                  <a:pt x="241177" y="281755"/>
                  <a:pt x="964706" y="291443"/>
                  <a:pt x="1447059" y="243199"/>
                </a:cubicBezTo>
                <a:cubicBezTo>
                  <a:pt x="1929412" y="194954"/>
                  <a:pt x="2652941" y="40533"/>
                  <a:pt x="2894118" y="0"/>
                </a:cubicBezTo>
                <a:lnTo>
                  <a:pt x="2894118" y="305797"/>
                </a:lnTo>
                <a:lnTo>
                  <a:pt x="0" y="305797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6693353" y="2216999"/>
            <a:ext cx="2894117" cy="1282091"/>
          </a:xfrm>
          <a:custGeom>
            <a:avLst/>
            <a:gdLst/>
            <a:ahLst/>
            <a:cxnLst/>
            <a:rect r="r" b="b" t="t" l="l"/>
            <a:pathLst>
              <a:path h="1282091" w="2894117">
                <a:moveTo>
                  <a:pt x="0" y="1224547"/>
                </a:moveTo>
                <a:cubicBezTo>
                  <a:pt x="241177" y="1190818"/>
                  <a:pt x="964706" y="1226264"/>
                  <a:pt x="1447059" y="1022173"/>
                </a:cubicBezTo>
                <a:cubicBezTo>
                  <a:pt x="1929412" y="818082"/>
                  <a:pt x="2652941" y="170362"/>
                  <a:pt x="2894118" y="0"/>
                </a:cubicBezTo>
                <a:lnTo>
                  <a:pt x="2894118" y="1282091"/>
                </a:lnTo>
                <a:lnTo>
                  <a:pt x="0" y="128209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6693353" y="2489164"/>
            <a:ext cx="2894117" cy="1009926"/>
          </a:xfrm>
          <a:custGeom>
            <a:avLst/>
            <a:gdLst/>
            <a:ahLst/>
            <a:cxnLst/>
            <a:rect r="r" b="b" t="t" l="l"/>
            <a:pathLst>
              <a:path h="1009926" w="2894117">
                <a:moveTo>
                  <a:pt x="0" y="960936"/>
                </a:moveTo>
                <a:cubicBezTo>
                  <a:pt x="241177" y="934432"/>
                  <a:pt x="964706" y="962070"/>
                  <a:pt x="1447059" y="801914"/>
                </a:cubicBezTo>
                <a:cubicBezTo>
                  <a:pt x="1929412" y="641758"/>
                  <a:pt x="2652941" y="133652"/>
                  <a:pt x="2894118" y="0"/>
                </a:cubicBezTo>
                <a:lnTo>
                  <a:pt x="2894118" y="1009926"/>
                </a:lnTo>
                <a:lnTo>
                  <a:pt x="0" y="1009926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3193293"/>
            <a:ext cx="2894117" cy="289467"/>
          </a:xfrm>
          <a:custGeom>
            <a:avLst/>
            <a:gdLst/>
            <a:ahLst/>
            <a:cxnLst/>
            <a:rect r="r" b="b" t="t" l="l"/>
            <a:pathLst>
              <a:path h="289467" w="2894117">
                <a:moveTo>
                  <a:pt x="0" y="289467"/>
                </a:moveTo>
                <a:cubicBezTo>
                  <a:pt x="241177" y="281755"/>
                  <a:pt x="964706" y="291443"/>
                  <a:pt x="1447059" y="243199"/>
                </a:cubicBezTo>
                <a:cubicBezTo>
                  <a:pt x="1929412" y="194954"/>
                  <a:pt x="2652941" y="40533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216999"/>
            <a:ext cx="2894117" cy="1224547"/>
          </a:xfrm>
          <a:custGeom>
            <a:avLst/>
            <a:gdLst/>
            <a:ahLst/>
            <a:cxnLst/>
            <a:rect r="r" b="b" t="t" l="l"/>
            <a:pathLst>
              <a:path h="1224547" w="2894117">
                <a:moveTo>
                  <a:pt x="0" y="1224547"/>
                </a:moveTo>
                <a:cubicBezTo>
                  <a:pt x="241177" y="1190818"/>
                  <a:pt x="964706" y="1226264"/>
                  <a:pt x="1447059" y="1022173"/>
                </a:cubicBezTo>
                <a:cubicBezTo>
                  <a:pt x="1929412" y="818082"/>
                  <a:pt x="2652941" y="170362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2489164"/>
            <a:ext cx="2894117" cy="960936"/>
          </a:xfrm>
          <a:custGeom>
            <a:avLst/>
            <a:gdLst/>
            <a:ahLst/>
            <a:cxnLst/>
            <a:rect r="r" b="b" t="t" l="l"/>
            <a:pathLst>
              <a:path h="960936" w="2894117">
                <a:moveTo>
                  <a:pt x="0" y="960936"/>
                </a:moveTo>
                <a:cubicBezTo>
                  <a:pt x="241177" y="934432"/>
                  <a:pt x="964706" y="962070"/>
                  <a:pt x="1447059" y="801914"/>
                </a:cubicBezTo>
                <a:cubicBezTo>
                  <a:pt x="1929412" y="641758"/>
                  <a:pt x="2652941" y="133652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0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1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2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3" id="63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4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0" id="70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1"/>
          <p:cNvSpPr txBox="true"/>
          <p:nvPr/>
        </p:nvSpPr>
        <p:spPr>
          <a:xfrm>
            <a:off x="381000" y="4333035"/>
            <a:ext cx="23693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2" id="72"/>
          <p:cNvSpPr/>
          <p:nvPr/>
        </p:nvSpPr>
        <p:spPr>
          <a:xfrm>
            <a:off x="2731305" y="4722212"/>
            <a:ext cx="482578" cy="418625"/>
          </a:xfrm>
          <a:custGeom>
            <a:avLst/>
            <a:gdLst/>
            <a:ahLst/>
            <a:cxnLst/>
            <a:rect r="r" b="b" t="t" l="l"/>
            <a:pathLst>
              <a:path h="418625" w="482578">
                <a:moveTo>
                  <a:pt x="5435" y="0"/>
                </a:moveTo>
                <a:lnTo>
                  <a:pt x="42717" y="1590"/>
                </a:lnTo>
                <a:lnTo>
                  <a:pt x="79872" y="5054"/>
                </a:lnTo>
                <a:lnTo>
                  <a:pt x="116806" y="10383"/>
                </a:lnTo>
                <a:lnTo>
                  <a:pt x="153425" y="17564"/>
                </a:lnTo>
                <a:lnTo>
                  <a:pt x="189636" y="26578"/>
                </a:lnTo>
                <a:lnTo>
                  <a:pt x="225348" y="37402"/>
                </a:lnTo>
                <a:lnTo>
                  <a:pt x="260470" y="50009"/>
                </a:lnTo>
                <a:lnTo>
                  <a:pt x="294913" y="64368"/>
                </a:lnTo>
                <a:lnTo>
                  <a:pt x="328590" y="80442"/>
                </a:lnTo>
                <a:lnTo>
                  <a:pt x="361416" y="98189"/>
                </a:lnTo>
                <a:lnTo>
                  <a:pt x="393307" y="117566"/>
                </a:lnTo>
                <a:lnTo>
                  <a:pt x="424182" y="138523"/>
                </a:lnTo>
                <a:lnTo>
                  <a:pt x="453965" y="161007"/>
                </a:lnTo>
                <a:lnTo>
                  <a:pt x="482578" y="184961"/>
                </a:lnTo>
                <a:lnTo>
                  <a:pt x="276743" y="418626"/>
                </a:lnTo>
                <a:lnTo>
                  <a:pt x="260147" y="404733"/>
                </a:lnTo>
                <a:lnTo>
                  <a:pt x="242874" y="391692"/>
                </a:lnTo>
                <a:lnTo>
                  <a:pt x="224966" y="379537"/>
                </a:lnTo>
                <a:lnTo>
                  <a:pt x="206469" y="368298"/>
                </a:lnTo>
                <a:lnTo>
                  <a:pt x="187430" y="358005"/>
                </a:lnTo>
                <a:lnTo>
                  <a:pt x="167897" y="348682"/>
                </a:lnTo>
                <a:lnTo>
                  <a:pt x="147920" y="340354"/>
                </a:lnTo>
                <a:lnTo>
                  <a:pt x="127550" y="333042"/>
                </a:lnTo>
                <a:lnTo>
                  <a:pt x="106837" y="326764"/>
                </a:lnTo>
                <a:lnTo>
                  <a:pt x="85834" y="321536"/>
                </a:lnTo>
                <a:lnTo>
                  <a:pt x="64595" y="317371"/>
                </a:lnTo>
                <a:lnTo>
                  <a:pt x="43174" y="314280"/>
                </a:lnTo>
                <a:lnTo>
                  <a:pt x="21624" y="312271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3" id="73"/>
          <p:cNvSpPr/>
          <p:nvPr/>
        </p:nvSpPr>
        <p:spPr>
          <a:xfrm>
            <a:off x="2256744" y="4924615"/>
            <a:ext cx="1208359" cy="1280309"/>
          </a:xfrm>
          <a:custGeom>
            <a:avLst/>
            <a:gdLst/>
            <a:ahLst/>
            <a:cxnLst/>
            <a:rect r="r" b="b" t="t" l="l"/>
            <a:pathLst>
              <a:path h="1280309" w="1208359">
                <a:moveTo>
                  <a:pt x="976257" y="0"/>
                </a:moveTo>
                <a:lnTo>
                  <a:pt x="1003561" y="27177"/>
                </a:lnTo>
                <a:lnTo>
                  <a:pt x="1029418" y="55736"/>
                </a:lnTo>
                <a:lnTo>
                  <a:pt x="1053756" y="85599"/>
                </a:lnTo>
                <a:lnTo>
                  <a:pt x="1076510" y="116685"/>
                </a:lnTo>
                <a:lnTo>
                  <a:pt x="1097618" y="148912"/>
                </a:lnTo>
                <a:lnTo>
                  <a:pt x="1117024" y="182192"/>
                </a:lnTo>
                <a:lnTo>
                  <a:pt x="1134676" y="216435"/>
                </a:lnTo>
                <a:lnTo>
                  <a:pt x="1150524" y="251548"/>
                </a:lnTo>
                <a:lnTo>
                  <a:pt x="1164528" y="287437"/>
                </a:lnTo>
                <a:lnTo>
                  <a:pt x="1176648" y="324006"/>
                </a:lnTo>
                <a:lnTo>
                  <a:pt x="1186853" y="361154"/>
                </a:lnTo>
                <a:lnTo>
                  <a:pt x="1195114" y="398782"/>
                </a:lnTo>
                <a:lnTo>
                  <a:pt x="1201409" y="436789"/>
                </a:lnTo>
                <a:lnTo>
                  <a:pt x="1205722" y="475071"/>
                </a:lnTo>
                <a:lnTo>
                  <a:pt x="1208040" y="513526"/>
                </a:lnTo>
                <a:lnTo>
                  <a:pt x="1208358" y="552049"/>
                </a:lnTo>
                <a:lnTo>
                  <a:pt x="1206675" y="590537"/>
                </a:lnTo>
                <a:lnTo>
                  <a:pt x="1202994" y="628885"/>
                </a:lnTo>
                <a:lnTo>
                  <a:pt x="1197327" y="666990"/>
                </a:lnTo>
                <a:lnTo>
                  <a:pt x="1189688" y="704750"/>
                </a:lnTo>
                <a:lnTo>
                  <a:pt x="1180098" y="742062"/>
                </a:lnTo>
                <a:lnTo>
                  <a:pt x="1168582" y="778825"/>
                </a:lnTo>
                <a:lnTo>
                  <a:pt x="1155173" y="814940"/>
                </a:lnTo>
                <a:lnTo>
                  <a:pt x="1139906" y="850311"/>
                </a:lnTo>
                <a:lnTo>
                  <a:pt x="1122822" y="884840"/>
                </a:lnTo>
                <a:lnTo>
                  <a:pt x="1103968" y="918436"/>
                </a:lnTo>
                <a:lnTo>
                  <a:pt x="1083394" y="951006"/>
                </a:lnTo>
                <a:lnTo>
                  <a:pt x="1061156" y="982464"/>
                </a:lnTo>
                <a:lnTo>
                  <a:pt x="1037315" y="1012725"/>
                </a:lnTo>
                <a:lnTo>
                  <a:pt x="1011933" y="1041706"/>
                </a:lnTo>
                <a:lnTo>
                  <a:pt x="985080" y="1069330"/>
                </a:lnTo>
                <a:lnTo>
                  <a:pt x="956829" y="1095522"/>
                </a:lnTo>
                <a:lnTo>
                  <a:pt x="927256" y="1120211"/>
                </a:lnTo>
                <a:lnTo>
                  <a:pt x="896440" y="1143330"/>
                </a:lnTo>
                <a:lnTo>
                  <a:pt x="864464" y="1164817"/>
                </a:lnTo>
                <a:lnTo>
                  <a:pt x="831416" y="1184615"/>
                </a:lnTo>
                <a:lnTo>
                  <a:pt x="797384" y="1202669"/>
                </a:lnTo>
                <a:lnTo>
                  <a:pt x="762460" y="1218931"/>
                </a:lnTo>
                <a:lnTo>
                  <a:pt x="726738" y="1233358"/>
                </a:lnTo>
                <a:lnTo>
                  <a:pt x="690316" y="1245909"/>
                </a:lnTo>
                <a:lnTo>
                  <a:pt x="653291" y="1256551"/>
                </a:lnTo>
                <a:lnTo>
                  <a:pt x="615762" y="1265256"/>
                </a:lnTo>
                <a:lnTo>
                  <a:pt x="577833" y="1272000"/>
                </a:lnTo>
                <a:lnTo>
                  <a:pt x="539604" y="1276764"/>
                </a:lnTo>
                <a:lnTo>
                  <a:pt x="501179" y="1279536"/>
                </a:lnTo>
                <a:lnTo>
                  <a:pt x="462663" y="1280309"/>
                </a:lnTo>
                <a:lnTo>
                  <a:pt x="424158" y="1279080"/>
                </a:lnTo>
                <a:lnTo>
                  <a:pt x="385769" y="1275852"/>
                </a:lnTo>
                <a:lnTo>
                  <a:pt x="347599" y="1270635"/>
                </a:lnTo>
                <a:lnTo>
                  <a:pt x="309752" y="1263443"/>
                </a:lnTo>
                <a:lnTo>
                  <a:pt x="272330" y="1254294"/>
                </a:lnTo>
                <a:lnTo>
                  <a:pt x="235433" y="1243213"/>
                </a:lnTo>
                <a:lnTo>
                  <a:pt x="199162" y="1230231"/>
                </a:lnTo>
                <a:lnTo>
                  <a:pt x="163614" y="1215383"/>
                </a:lnTo>
                <a:lnTo>
                  <a:pt x="128885" y="1198708"/>
                </a:lnTo>
                <a:lnTo>
                  <a:pt x="95069" y="1180252"/>
                </a:lnTo>
                <a:lnTo>
                  <a:pt x="62258" y="1160064"/>
                </a:lnTo>
                <a:lnTo>
                  <a:pt x="30540" y="1138199"/>
                </a:lnTo>
                <a:lnTo>
                  <a:pt x="0" y="1114716"/>
                </a:lnTo>
                <a:lnTo>
                  <a:pt x="196163" y="872875"/>
                </a:lnTo>
                <a:lnTo>
                  <a:pt x="213876" y="886495"/>
                </a:lnTo>
                <a:lnTo>
                  <a:pt x="232273" y="899176"/>
                </a:lnTo>
                <a:lnTo>
                  <a:pt x="251304" y="910885"/>
                </a:lnTo>
                <a:lnTo>
                  <a:pt x="270917" y="921590"/>
                </a:lnTo>
                <a:lnTo>
                  <a:pt x="291060" y="931261"/>
                </a:lnTo>
                <a:lnTo>
                  <a:pt x="311677" y="939874"/>
                </a:lnTo>
                <a:lnTo>
                  <a:pt x="332715" y="947403"/>
                </a:lnTo>
                <a:lnTo>
                  <a:pt x="354115" y="953830"/>
                </a:lnTo>
                <a:lnTo>
                  <a:pt x="375820" y="959136"/>
                </a:lnTo>
                <a:lnTo>
                  <a:pt x="397771" y="963308"/>
                </a:lnTo>
                <a:lnTo>
                  <a:pt x="419909" y="966334"/>
                </a:lnTo>
                <a:lnTo>
                  <a:pt x="442175" y="968206"/>
                </a:lnTo>
                <a:lnTo>
                  <a:pt x="464508" y="968919"/>
                </a:lnTo>
                <a:lnTo>
                  <a:pt x="486848" y="968470"/>
                </a:lnTo>
                <a:lnTo>
                  <a:pt x="509134" y="966863"/>
                </a:lnTo>
                <a:lnTo>
                  <a:pt x="531307" y="964099"/>
                </a:lnTo>
                <a:lnTo>
                  <a:pt x="553306" y="960188"/>
                </a:lnTo>
                <a:lnTo>
                  <a:pt x="575072" y="955139"/>
                </a:lnTo>
                <a:lnTo>
                  <a:pt x="596547" y="948966"/>
                </a:lnTo>
                <a:lnTo>
                  <a:pt x="617672" y="941687"/>
                </a:lnTo>
                <a:lnTo>
                  <a:pt x="638390" y="933320"/>
                </a:lnTo>
                <a:lnTo>
                  <a:pt x="658646" y="923888"/>
                </a:lnTo>
                <a:lnTo>
                  <a:pt x="678385" y="913416"/>
                </a:lnTo>
                <a:lnTo>
                  <a:pt x="697553" y="901933"/>
                </a:lnTo>
                <a:lnTo>
                  <a:pt x="716098" y="889471"/>
                </a:lnTo>
                <a:lnTo>
                  <a:pt x="733972" y="876061"/>
                </a:lnTo>
                <a:lnTo>
                  <a:pt x="751124" y="861742"/>
                </a:lnTo>
                <a:lnTo>
                  <a:pt x="767510" y="846551"/>
                </a:lnTo>
                <a:lnTo>
                  <a:pt x="783085" y="830529"/>
                </a:lnTo>
                <a:lnTo>
                  <a:pt x="797806" y="813720"/>
                </a:lnTo>
                <a:lnTo>
                  <a:pt x="811634" y="796169"/>
                </a:lnTo>
                <a:lnTo>
                  <a:pt x="824532" y="777923"/>
                </a:lnTo>
                <a:lnTo>
                  <a:pt x="836465" y="759032"/>
                </a:lnTo>
                <a:lnTo>
                  <a:pt x="847400" y="739547"/>
                </a:lnTo>
                <a:lnTo>
                  <a:pt x="857309" y="719520"/>
                </a:lnTo>
                <a:lnTo>
                  <a:pt x="866164" y="699005"/>
                </a:lnTo>
                <a:lnTo>
                  <a:pt x="873941" y="678058"/>
                </a:lnTo>
                <a:lnTo>
                  <a:pt x="880620" y="656735"/>
                </a:lnTo>
                <a:lnTo>
                  <a:pt x="886182" y="635094"/>
                </a:lnTo>
                <a:lnTo>
                  <a:pt x="890613" y="613194"/>
                </a:lnTo>
                <a:lnTo>
                  <a:pt x="893900" y="591093"/>
                </a:lnTo>
                <a:lnTo>
                  <a:pt x="896035" y="568851"/>
                </a:lnTo>
                <a:lnTo>
                  <a:pt x="897011" y="546528"/>
                </a:lnTo>
                <a:lnTo>
                  <a:pt x="896827" y="524184"/>
                </a:lnTo>
                <a:lnTo>
                  <a:pt x="895482" y="501881"/>
                </a:lnTo>
                <a:lnTo>
                  <a:pt x="892981" y="479677"/>
                </a:lnTo>
                <a:lnTo>
                  <a:pt x="889329" y="457633"/>
                </a:lnTo>
                <a:lnTo>
                  <a:pt x="884538" y="435809"/>
                </a:lnTo>
                <a:lnTo>
                  <a:pt x="878619" y="414263"/>
                </a:lnTo>
                <a:lnTo>
                  <a:pt x="871590" y="393053"/>
                </a:lnTo>
                <a:lnTo>
                  <a:pt x="863468" y="372237"/>
                </a:lnTo>
                <a:lnTo>
                  <a:pt x="854275" y="351872"/>
                </a:lnTo>
                <a:lnTo>
                  <a:pt x="844038" y="332011"/>
                </a:lnTo>
                <a:lnTo>
                  <a:pt x="832782" y="312708"/>
                </a:lnTo>
                <a:lnTo>
                  <a:pt x="820539" y="294017"/>
                </a:lnTo>
                <a:lnTo>
                  <a:pt x="807342" y="275987"/>
                </a:lnTo>
                <a:lnTo>
                  <a:pt x="793226" y="258666"/>
                </a:lnTo>
                <a:lnTo>
                  <a:pt x="778229" y="242102"/>
                </a:lnTo>
                <a:lnTo>
                  <a:pt x="762392" y="226339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4" id="74"/>
          <p:cNvSpPr/>
          <p:nvPr/>
        </p:nvSpPr>
        <p:spPr>
          <a:xfrm>
            <a:off x="1982487" y="4722212"/>
            <a:ext cx="733808" cy="1300468"/>
          </a:xfrm>
          <a:custGeom>
            <a:avLst/>
            <a:gdLst/>
            <a:ahLst/>
            <a:cxnLst/>
            <a:rect r="r" b="b" t="t" l="l"/>
            <a:pathLst>
              <a:path h="1300468" w="733808">
                <a:moveTo>
                  <a:pt x="254446" y="1300468"/>
                </a:moveTo>
                <a:lnTo>
                  <a:pt x="225858" y="1274230"/>
                </a:lnTo>
                <a:lnTo>
                  <a:pt x="198682" y="1246532"/>
                </a:lnTo>
                <a:lnTo>
                  <a:pt x="172993" y="1217451"/>
                </a:lnTo>
                <a:lnTo>
                  <a:pt x="148860" y="1187065"/>
                </a:lnTo>
                <a:lnTo>
                  <a:pt x="126350" y="1155459"/>
                </a:lnTo>
                <a:lnTo>
                  <a:pt x="105524" y="1122718"/>
                </a:lnTo>
                <a:lnTo>
                  <a:pt x="86440" y="1088932"/>
                </a:lnTo>
                <a:lnTo>
                  <a:pt x="69150" y="1054194"/>
                </a:lnTo>
                <a:lnTo>
                  <a:pt x="53701" y="1018599"/>
                </a:lnTo>
                <a:lnTo>
                  <a:pt x="40135" y="982244"/>
                </a:lnTo>
                <a:lnTo>
                  <a:pt x="28490" y="945230"/>
                </a:lnTo>
                <a:lnTo>
                  <a:pt x="18797" y="907657"/>
                </a:lnTo>
                <a:lnTo>
                  <a:pt x="11083" y="869628"/>
                </a:lnTo>
                <a:lnTo>
                  <a:pt x="5370" y="831248"/>
                </a:lnTo>
                <a:lnTo>
                  <a:pt x="1672" y="792621"/>
                </a:lnTo>
                <a:lnTo>
                  <a:pt x="0" y="753854"/>
                </a:lnTo>
                <a:lnTo>
                  <a:pt x="359" y="715053"/>
                </a:lnTo>
                <a:lnTo>
                  <a:pt x="2748" y="676323"/>
                </a:lnTo>
                <a:lnTo>
                  <a:pt x="7159" y="637772"/>
                </a:lnTo>
                <a:lnTo>
                  <a:pt x="13581" y="599504"/>
                </a:lnTo>
                <a:lnTo>
                  <a:pt x="21997" y="561624"/>
                </a:lnTo>
                <a:lnTo>
                  <a:pt x="32382" y="524237"/>
                </a:lnTo>
                <a:lnTo>
                  <a:pt x="44710" y="487444"/>
                </a:lnTo>
                <a:lnTo>
                  <a:pt x="58946" y="451347"/>
                </a:lnTo>
                <a:lnTo>
                  <a:pt x="75050" y="416043"/>
                </a:lnTo>
                <a:lnTo>
                  <a:pt x="92980" y="381631"/>
                </a:lnTo>
                <a:lnTo>
                  <a:pt x="112686" y="348204"/>
                </a:lnTo>
                <a:lnTo>
                  <a:pt x="134113" y="315854"/>
                </a:lnTo>
                <a:lnTo>
                  <a:pt x="157204" y="284668"/>
                </a:lnTo>
                <a:lnTo>
                  <a:pt x="181894" y="254734"/>
                </a:lnTo>
                <a:lnTo>
                  <a:pt x="208117" y="226133"/>
                </a:lnTo>
                <a:lnTo>
                  <a:pt x="235800" y="198942"/>
                </a:lnTo>
                <a:lnTo>
                  <a:pt x="264868" y="173238"/>
                </a:lnTo>
                <a:lnTo>
                  <a:pt x="295241" y="149089"/>
                </a:lnTo>
                <a:lnTo>
                  <a:pt x="326836" y="126562"/>
                </a:lnTo>
                <a:lnTo>
                  <a:pt x="359566" y="105719"/>
                </a:lnTo>
                <a:lnTo>
                  <a:pt x="393342" y="86617"/>
                </a:lnTo>
                <a:lnTo>
                  <a:pt x="428071" y="69309"/>
                </a:lnTo>
                <a:lnTo>
                  <a:pt x="463657" y="53841"/>
                </a:lnTo>
                <a:lnTo>
                  <a:pt x="500005" y="40256"/>
                </a:lnTo>
                <a:lnTo>
                  <a:pt x="537013" y="28591"/>
                </a:lnTo>
                <a:lnTo>
                  <a:pt x="574581" y="18878"/>
                </a:lnTo>
                <a:lnTo>
                  <a:pt x="612606" y="11145"/>
                </a:lnTo>
                <a:lnTo>
                  <a:pt x="650983" y="5411"/>
                </a:lnTo>
                <a:lnTo>
                  <a:pt x="689607" y="1693"/>
                </a:lnTo>
                <a:lnTo>
                  <a:pt x="728373" y="0"/>
                </a:lnTo>
                <a:lnTo>
                  <a:pt x="733808" y="311349"/>
                </a:lnTo>
                <a:lnTo>
                  <a:pt x="711324" y="312330"/>
                </a:lnTo>
                <a:lnTo>
                  <a:pt x="688921" y="314487"/>
                </a:lnTo>
                <a:lnTo>
                  <a:pt x="666663" y="317812"/>
                </a:lnTo>
                <a:lnTo>
                  <a:pt x="644608" y="322298"/>
                </a:lnTo>
                <a:lnTo>
                  <a:pt x="622819" y="327931"/>
                </a:lnTo>
                <a:lnTo>
                  <a:pt x="601354" y="334697"/>
                </a:lnTo>
                <a:lnTo>
                  <a:pt x="580273" y="342576"/>
                </a:lnTo>
                <a:lnTo>
                  <a:pt x="559632" y="351548"/>
                </a:lnTo>
                <a:lnTo>
                  <a:pt x="539490" y="361587"/>
                </a:lnTo>
                <a:lnTo>
                  <a:pt x="519900" y="372666"/>
                </a:lnTo>
                <a:lnTo>
                  <a:pt x="500916" y="384755"/>
                </a:lnTo>
                <a:lnTo>
                  <a:pt x="482591" y="397820"/>
                </a:lnTo>
                <a:lnTo>
                  <a:pt x="464975" y="411826"/>
                </a:lnTo>
                <a:lnTo>
                  <a:pt x="448116" y="426735"/>
                </a:lnTo>
                <a:lnTo>
                  <a:pt x="432059" y="442506"/>
                </a:lnTo>
                <a:lnTo>
                  <a:pt x="416850" y="459094"/>
                </a:lnTo>
                <a:lnTo>
                  <a:pt x="402530" y="476456"/>
                </a:lnTo>
                <a:lnTo>
                  <a:pt x="389137" y="494544"/>
                </a:lnTo>
                <a:lnTo>
                  <a:pt x="376709" y="513307"/>
                </a:lnTo>
                <a:lnTo>
                  <a:pt x="365280" y="532695"/>
                </a:lnTo>
                <a:lnTo>
                  <a:pt x="354881" y="552654"/>
                </a:lnTo>
                <a:lnTo>
                  <a:pt x="345540" y="573130"/>
                </a:lnTo>
                <a:lnTo>
                  <a:pt x="337283" y="594066"/>
                </a:lnTo>
                <a:lnTo>
                  <a:pt x="330133" y="615406"/>
                </a:lnTo>
                <a:lnTo>
                  <a:pt x="324109" y="637091"/>
                </a:lnTo>
                <a:lnTo>
                  <a:pt x="319228" y="659061"/>
                </a:lnTo>
                <a:lnTo>
                  <a:pt x="315504" y="681256"/>
                </a:lnTo>
                <a:lnTo>
                  <a:pt x="312945" y="703616"/>
                </a:lnTo>
                <a:lnTo>
                  <a:pt x="311560" y="726079"/>
                </a:lnTo>
                <a:lnTo>
                  <a:pt x="311352" y="748584"/>
                </a:lnTo>
                <a:lnTo>
                  <a:pt x="312321" y="771069"/>
                </a:lnTo>
                <a:lnTo>
                  <a:pt x="314466" y="793472"/>
                </a:lnTo>
                <a:lnTo>
                  <a:pt x="317780" y="815733"/>
                </a:lnTo>
                <a:lnTo>
                  <a:pt x="322254" y="837790"/>
                </a:lnTo>
                <a:lnTo>
                  <a:pt x="327876" y="859582"/>
                </a:lnTo>
                <a:lnTo>
                  <a:pt x="334630" y="881050"/>
                </a:lnTo>
                <a:lnTo>
                  <a:pt x="342498" y="902136"/>
                </a:lnTo>
                <a:lnTo>
                  <a:pt x="351458" y="922781"/>
                </a:lnTo>
                <a:lnTo>
                  <a:pt x="361487" y="942929"/>
                </a:lnTo>
                <a:lnTo>
                  <a:pt x="372556" y="962525"/>
                </a:lnTo>
                <a:lnTo>
                  <a:pt x="384634" y="981515"/>
                </a:lnTo>
                <a:lnTo>
                  <a:pt x="397690" y="999847"/>
                </a:lnTo>
                <a:lnTo>
                  <a:pt x="411687" y="1017470"/>
                </a:lnTo>
                <a:lnTo>
                  <a:pt x="426587" y="1034337"/>
                </a:lnTo>
                <a:lnTo>
                  <a:pt x="442349" y="1050402"/>
                </a:lnTo>
                <a:lnTo>
                  <a:pt x="458930" y="1065620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5" id="75"/>
          <p:cNvSpPr/>
          <p:nvPr/>
        </p:nvSpPr>
        <p:spPr>
          <a:xfrm>
            <a:off x="2835821" y="4645035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6"/>
          <p:cNvSpPr txBox="true"/>
          <p:nvPr/>
        </p:nvSpPr>
        <p:spPr>
          <a:xfrm>
            <a:off x="2873921" y="4638708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11.8%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3153896" y="593999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3191996" y="593367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49.4%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1777065" y="5125180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1815165" y="5118853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38.9%</a:t>
            </a:r>
            <a:endParaRPr lang="en-US" sz="1100"/>
          </a:p>
        </p:txBody>
      </p:sp>
      <p:sp>
        <p:nvSpPr>
          <p:cNvPr name="GraphCompose Text Line" id="81"/>
          <p:cNvSpPr txBox="true"/>
          <p:nvPr/>
        </p:nvSpPr>
        <p:spPr>
          <a:xfrm>
            <a:off x="2342997" y="5356241"/>
            <a:ext cx="76287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2" id="82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3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9" id="89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0"/>
          <p:cNvSpPr txBox="true"/>
          <p:nvPr/>
        </p:nvSpPr>
        <p:spPr>
          <a:xfrm>
            <a:off x="5625400" y="4333035"/>
            <a:ext cx="337879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1" id="91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99" id="99"/>
          <p:cNvSpPr/>
          <p:nvPr/>
        </p:nvSpPr>
        <p:spPr>
          <a:xfrm>
            <a:off x="6569649" y="5137795"/>
            <a:ext cx="915815" cy="1054442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0"/>
          <p:cNvSpPr txBox="true"/>
          <p:nvPr/>
        </p:nvSpPr>
        <p:spPr>
          <a:xfrm>
            <a:off x="6928699" y="4999388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22.1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7634550" y="5996331"/>
            <a:ext cx="915815" cy="195907"/>
          </a:xfrm>
          <a:prstGeom prst="roundRect">
            <a:avLst>
              <a:gd name="adj" fmla="val 12965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2"/>
          <p:cNvSpPr txBox="true"/>
          <p:nvPr/>
        </p:nvSpPr>
        <p:spPr>
          <a:xfrm>
            <a:off x="8021845" y="5857924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4.1</a:t>
            </a:r>
            <a:endParaRPr lang="en-US" sz="1100"/>
          </a:p>
        </p:txBody>
      </p:sp>
      <p:sp>
        <p:nvSpPr>
          <p:cNvPr name="AutoShape 103" id="103"/>
          <p:cNvSpPr/>
          <p:nvPr/>
        </p:nvSpPr>
        <p:spPr>
          <a:xfrm>
            <a:off x="8699450" y="5207410"/>
            <a:ext cx="915815" cy="984827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04"/>
          <p:cNvSpPr txBox="true"/>
          <p:nvPr/>
        </p:nvSpPr>
        <p:spPr>
          <a:xfrm>
            <a:off x="9058501" y="506900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20.6</a:t>
            </a:r>
            <a:endParaRPr lang="en-US" sz="1100"/>
          </a:p>
        </p:txBody>
      </p:sp>
      <p:sp>
        <p:nvSpPr>
          <p:cNvPr name="GraphCompose Text Line" id="105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06" id="106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7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2"/>
          <p:cNvSpPr txBox="true"/>
          <p:nvPr/>
        </p:nvSpPr>
        <p:spPr>
          <a:xfrm>
            <a:off x="203200" y="7189226"/>
            <a:ext cx="225094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“twinned”</a:t>
            </a:r>
            <a:endParaRPr lang="en-US" sz="1100"/>
          </a:p>
        </p:txBody>
      </p:sp>
      <p:sp>
        <p:nvSpPr>
          <p:cNvPr name="GraphCompose Footer" id="113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4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2.1.0-SNAPSHOT</cp:keywords>
  <dcterms:modified xsi:type="dcterms:W3CDTF">2011-08-01T06:04:30Z</dcterms:modified>
  <cp:revision>1</cp:revision>
  <dc:subject>What the GraphCompose document engine is — rendered by the engine itself</dc:subject>
  <dc:title>GraphCompose 2.1.0-SNAPSHOT — twinned</dc:title>
</cp:coreProperties>
</file>