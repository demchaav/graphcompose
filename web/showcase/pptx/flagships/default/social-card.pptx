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6256000" cy="812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8128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1016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2032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3048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4064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5080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096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7112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8128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9144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10160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11176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12192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13208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14224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15240000" y="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0" y="1016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0" y="203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0" y="304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0" y="4064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0" y="5080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0" y="6096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0" y="711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711200" y="431800"/>
            <a:ext cx="4318000" cy="93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26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4191000" cy="987992"/>
          </a:xfrm>
          <a:prstGeom prst="rect">
            <a:avLst/>
          </a:prstGeom>
        </p:spPr>
      </p:pic>
      <p:sp>
        <p:nvSpPr>
          <p:cNvPr name="GraphCompose Text Line" id="27"/>
          <p:cNvSpPr txBox="true"/>
          <p:nvPr/>
        </p:nvSpPr>
        <p:spPr>
          <a:xfrm>
            <a:off x="762000" y="1277989"/>
            <a:ext cx="3316656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F5F7FC"/>
                </a:solidFill>
                <a:latin typeface="Arial"/>
              </a:rPr>
              <a:t>One layout pass. Two outputs.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762000" y="7412476"/>
            <a:ext cx="333121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37D6A1"/>
                </a:solidFill>
                <a:latin typeface="Courier New"/>
              </a:rPr>
              <a:t>Java 17+   ·   MIT   ·   Maven Central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787400" y="3810000"/>
            <a:ext cx="1498600" cy="1422400"/>
          </a:xfrm>
          <a:prstGeom prst="roundRect">
            <a:avLst>
              <a:gd name="adj" fmla="val 5357"/>
            </a:avLst>
          </a:prstGeom>
          <a:solidFill>
            <a:srgbClr val="000000">
              <a:alpha val="0"/>
            </a:srgbClr>
          </a:solidFill>
          <a:ln w="11430">
            <a:solidFill>
              <a:srgbClr val="37D6A1">
                <a:alpha val="45098"/>
              </a:srgbClr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990600" y="40640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104900" y="42164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1104900" y="43180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1104900" y="44196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1104900" y="4521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43000" y="41529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6" id="36"/>
          <p:cNvSpPr/>
          <p:nvPr/>
        </p:nvSpPr>
        <p:spPr>
          <a:xfrm>
            <a:off x="1257300" y="43053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1257300" y="44069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257300" y="45085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1257300" y="46101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1295400" y="42418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41" id="41"/>
          <p:cNvSpPr/>
          <p:nvPr/>
        </p:nvSpPr>
        <p:spPr>
          <a:xfrm>
            <a:off x="1409700" y="4394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1409700" y="44958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1409700" y="45974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1409700" y="46990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2489200" y="4521200"/>
            <a:ext cx="584200" cy="12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2489200" y="4578350"/>
            <a:ext cx="482600" cy="13970"/>
          </a:xfrm>
          <a:prstGeom prst="rect">
            <a:avLst/>
          </a:prstGeom>
          <a:solidFill>
            <a:srgbClr val="37D6A1">
              <a:alpha val="74902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2971800" y="4552950"/>
            <a:ext cx="63500" cy="635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3225800" y="1905000"/>
            <a:ext cx="5283200" cy="5029200"/>
          </a:xfrm>
          <a:prstGeom prst="roundRect">
            <a:avLst>
              <a:gd name="adj" fmla="val 2020"/>
            </a:avLst>
          </a:prstGeom>
          <a:solidFill>
            <a:srgbClr val="0F1428">
              <a:alpha val="66667"/>
            </a:srgbClr>
          </a:solidFill>
          <a:ln w="12700">
            <a:solidFill>
              <a:srgbClr val="7C5CFC">
                <a:alpha val="41961"/>
              </a:srgbClr>
            </a:solidFill>
          </a:ln>
        </p:spPr>
      </p:sp>
      <p:sp>
        <p:nvSpPr>
          <p:cNvPr name="AutoShape 49" id="49"/>
          <p:cNvSpPr/>
          <p:nvPr/>
        </p:nvSpPr>
        <p:spPr>
          <a:xfrm>
            <a:off x="5406644" y="2235200"/>
            <a:ext cx="863600" cy="381000"/>
          </a:xfrm>
          <a:prstGeom prst="roundRect">
            <a:avLst>
              <a:gd name="adj" fmla="val 13333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B59FFF"/>
            </a:solidFill>
          </a:ln>
        </p:spPr>
      </p:sp>
      <p:sp>
        <p:nvSpPr>
          <p:cNvPr name="AutoShape 50" id="50"/>
          <p:cNvSpPr/>
          <p:nvPr/>
        </p:nvSpPr>
        <p:spPr>
          <a:xfrm>
            <a:off x="5508244" y="2336800"/>
            <a:ext cx="474980" cy="38100"/>
          </a:xfrm>
          <a:prstGeom prst="rect">
            <a:avLst/>
          </a:prstGeom>
          <a:solidFill>
            <a:srgbClr val="B59FFF">
              <a:alpha val="54902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5508244" y="2438400"/>
            <a:ext cx="310896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5838444" y="261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4359148" y="2870200"/>
            <a:ext cx="2958592" cy="127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4359148" y="2870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3965448" y="3124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56" id="56"/>
          <p:cNvSpPr/>
          <p:nvPr/>
        </p:nvSpPr>
        <p:spPr>
          <a:xfrm>
            <a:off x="4067048" y="3225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4067048" y="3327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59148" y="3479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3990848" y="3708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3990848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3876548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2" id="62"/>
          <p:cNvSpPr/>
          <p:nvPr/>
        </p:nvSpPr>
        <p:spPr>
          <a:xfrm>
            <a:off x="4359148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4244848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4" id="64"/>
          <p:cNvSpPr/>
          <p:nvPr/>
        </p:nvSpPr>
        <p:spPr>
          <a:xfrm>
            <a:off x="4727448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4613148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6" id="66"/>
          <p:cNvSpPr/>
          <p:nvPr/>
        </p:nvSpPr>
        <p:spPr>
          <a:xfrm>
            <a:off x="5838444" y="2870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5444744" y="3124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68" id="68"/>
          <p:cNvSpPr/>
          <p:nvPr/>
        </p:nvSpPr>
        <p:spPr>
          <a:xfrm>
            <a:off x="5546344" y="3225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5546344" y="3327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5838444" y="3479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5470144" y="3708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5470144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5355844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4" id="74"/>
          <p:cNvSpPr/>
          <p:nvPr/>
        </p:nvSpPr>
        <p:spPr>
          <a:xfrm>
            <a:off x="5838444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5724144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6" id="76"/>
          <p:cNvSpPr/>
          <p:nvPr/>
        </p:nvSpPr>
        <p:spPr>
          <a:xfrm>
            <a:off x="6206744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6092444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8" id="78"/>
          <p:cNvSpPr/>
          <p:nvPr/>
        </p:nvSpPr>
        <p:spPr>
          <a:xfrm>
            <a:off x="7317740" y="2870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6924040" y="3124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80" id="80"/>
          <p:cNvSpPr/>
          <p:nvPr/>
        </p:nvSpPr>
        <p:spPr>
          <a:xfrm>
            <a:off x="7025640" y="3225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7025640" y="3327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7317740" y="3479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6949440" y="3708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6949440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6835140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6" id="86"/>
          <p:cNvSpPr/>
          <p:nvPr/>
        </p:nvSpPr>
        <p:spPr>
          <a:xfrm>
            <a:off x="7317740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7203440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8" id="88"/>
          <p:cNvSpPr/>
          <p:nvPr/>
        </p:nvSpPr>
        <p:spPr>
          <a:xfrm>
            <a:off x="7686040" y="3708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7571740" y="3860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90" id="90"/>
          <p:cNvSpPr/>
          <p:nvPr/>
        </p:nvSpPr>
        <p:spPr>
          <a:xfrm>
            <a:off x="3581400" y="4648200"/>
            <a:ext cx="4572000" cy="12700"/>
          </a:xfrm>
          <a:prstGeom prst="rect">
            <a:avLst/>
          </a:prstGeom>
          <a:solidFill>
            <a:srgbClr val="7C5CFC">
              <a:alpha val="27843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606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4114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4622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5130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5638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6146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6654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7162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7670800" y="4876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3606800" y="5257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4267200" y="5257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4927600" y="5257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5588000" y="5257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6248400" y="5257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6908800" y="5257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7569200" y="5257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3606800" y="5511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4521200" y="5511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5435600" y="5511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6350000" y="5511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7264400" y="5511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3581400" y="5867400"/>
            <a:ext cx="4572000" cy="12700"/>
          </a:xfrm>
          <a:prstGeom prst="rect">
            <a:avLst/>
          </a:prstGeom>
          <a:solidFill>
            <a:srgbClr val="7C5CFC">
              <a:alpha val="21961"/>
            </a:srgbClr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3581400" y="6020645"/>
            <a:ext cx="21729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Courier New"/>
              </a:rPr>
              <a:t>measure  ·  paginate  ·  place</a:t>
            </a:r>
            <a:endParaRPr lang="en-US" sz="1100"/>
          </a:p>
        </p:txBody>
      </p:sp>
      <p:sp>
        <p:nvSpPr>
          <p:cNvPr name="GraphCompose Text Line" id="114"/>
          <p:cNvSpPr txBox="true"/>
          <p:nvPr/>
        </p:nvSpPr>
        <p:spPr>
          <a:xfrm>
            <a:off x="3276600" y="15463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B59FFF"/>
                </a:solidFill>
                <a:latin typeface="Courier New"/>
              </a:rPr>
              <a:t>RESOLVED LAYOUT GRAPH</a:t>
            </a:r>
            <a:endParaRPr lang="en-US" sz="1100"/>
          </a:p>
        </p:txBody>
      </p:sp>
      <p:sp>
        <p:nvSpPr>
          <p:cNvPr name="Freeform 115" id="115"/>
          <p:cNvSpPr/>
          <p:nvPr/>
        </p:nvSpPr>
        <p:spPr>
          <a:xfrm>
            <a:off x="8509000" y="1193800"/>
            <a:ext cx="1422400" cy="2921000"/>
          </a:xfrm>
          <a:custGeom>
            <a:avLst/>
            <a:gdLst/>
            <a:ahLst/>
            <a:cxnLst/>
            <a:rect r="r" b="b" t="t" l="l"/>
            <a:pathLst>
              <a:path h="2921000" w="1422400">
                <a:moveTo>
                  <a:pt x="0" y="1968500"/>
                </a:moveTo>
                <a:lnTo>
                  <a:pt x="1422400" y="0"/>
                </a:lnTo>
                <a:lnTo>
                  <a:pt x="1422400" y="2921000"/>
                </a:lnTo>
                <a:close/>
              </a:path>
            </a:pathLst>
          </a:custGeom>
          <a:solidFill>
            <a:srgbClr val="7C5CFC">
              <a:alpha val="14902"/>
            </a:srgbClr>
          </a:solidFill>
          <a:ln cap="flat">
            <a:noFill/>
            <a:miter/>
          </a:ln>
        </p:spPr>
      </p:sp>
      <p:sp>
        <p:nvSpPr>
          <p:cNvPr name="Freeform 116" id="116"/>
          <p:cNvSpPr/>
          <p:nvPr/>
        </p:nvSpPr>
        <p:spPr>
          <a:xfrm>
            <a:off x="8509000" y="5153660"/>
            <a:ext cx="1422400" cy="2240280"/>
          </a:xfrm>
          <a:custGeom>
            <a:avLst/>
            <a:gdLst/>
            <a:ahLst/>
            <a:cxnLst/>
            <a:rect r="r" b="b" t="t" l="l"/>
            <a:pathLst>
              <a:path h="2240280" w="1422400">
                <a:moveTo>
                  <a:pt x="0" y="572516"/>
                </a:moveTo>
                <a:lnTo>
                  <a:pt x="1422400" y="0"/>
                </a:lnTo>
                <a:lnTo>
                  <a:pt x="1422400" y="2240280"/>
                </a:lnTo>
                <a:close/>
              </a:path>
            </a:pathLst>
          </a:custGeom>
          <a:solidFill>
            <a:srgbClr val="37D6A1">
              <a:alpha val="12941"/>
            </a:srgbClr>
          </a:solidFill>
          <a:ln cap="flat">
            <a:noFill/>
            <a:miter/>
          </a:ln>
        </p:spPr>
      </p:sp>
      <p:sp>
        <p:nvSpPr>
          <p:cNvPr name="AutoShape 117" id="117"/>
          <p:cNvSpPr/>
          <p:nvPr/>
        </p:nvSpPr>
        <p:spPr>
          <a:xfrm>
            <a:off x="8458200" y="31242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8458200" y="5689600"/>
            <a:ext cx="101600" cy="1016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9931400" y="1066800"/>
            <a:ext cx="2413000" cy="3175000"/>
          </a:xfrm>
          <a:prstGeom prst="roundRect">
            <a:avLst>
              <a:gd name="adj" fmla="val 3158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7C5CFC"/>
            </a:solidFill>
          </a:ln>
        </p:spPr>
      </p:sp>
      <p:sp>
        <p:nvSpPr>
          <p:cNvPr name="AutoShape 120" id="120"/>
          <p:cNvSpPr/>
          <p:nvPr/>
        </p:nvSpPr>
        <p:spPr>
          <a:xfrm>
            <a:off x="10109200" y="1244600"/>
            <a:ext cx="2057400" cy="281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10109200" y="12136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22"/>
          <p:cNvSpPr txBox="true"/>
          <p:nvPr/>
        </p:nvSpPr>
        <p:spPr>
          <a:xfrm>
            <a:off x="10109200" y="1466715"/>
            <a:ext cx="1940357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</a:t>
            </a:r>
            <a:endParaRPr lang="en-US" sz="1100"/>
          </a:p>
        </p:txBody>
      </p:sp>
      <p:sp>
        <p:nvSpPr>
          <p:cNvPr name="GraphCompose Text Line" id="123"/>
          <p:cNvSpPr txBox="true"/>
          <p:nvPr/>
        </p:nvSpPr>
        <p:spPr>
          <a:xfrm>
            <a:off x="10109200" y="1563044"/>
            <a:ext cx="267452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twice.</a:t>
            </a:r>
            <a:endParaRPr lang="en-US" sz="1100"/>
          </a:p>
        </p:txBody>
      </p:sp>
      <p:cxnSp>
        <p:nvCxnSpPr>
          <p:cNvPr name="Connector 124" id="124"/>
          <p:cNvCxnSpPr/>
          <p:nvPr/>
        </p:nvCxnSpPr>
        <p:spPr>
          <a:xfrm flipV="false">
            <a:off x="10274300" y="32169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5"/>
          <p:cNvSpPr txBox="true"/>
          <p:nvPr/>
        </p:nvSpPr>
        <p:spPr>
          <a:xfrm>
            <a:off x="10166350" y="3170950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26" id="126"/>
          <p:cNvCxnSpPr/>
          <p:nvPr/>
        </p:nvCxnSpPr>
        <p:spPr>
          <a:xfrm flipV="false">
            <a:off x="10274300" y="286398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7"/>
          <p:cNvSpPr txBox="true"/>
          <p:nvPr/>
        </p:nvSpPr>
        <p:spPr>
          <a:xfrm>
            <a:off x="10109200" y="28180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28" id="128"/>
          <p:cNvCxnSpPr/>
          <p:nvPr/>
        </p:nvCxnSpPr>
        <p:spPr>
          <a:xfrm flipV="false">
            <a:off x="10274300" y="251106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9"/>
          <p:cNvSpPr txBox="true"/>
          <p:nvPr/>
        </p:nvSpPr>
        <p:spPr>
          <a:xfrm>
            <a:off x="10109200" y="246510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30" id="130"/>
          <p:cNvCxnSpPr/>
          <p:nvPr/>
        </p:nvCxnSpPr>
        <p:spPr>
          <a:xfrm flipV="false">
            <a:off x="10274300" y="215813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1"/>
          <p:cNvSpPr txBox="true"/>
          <p:nvPr/>
        </p:nvSpPr>
        <p:spPr>
          <a:xfrm>
            <a:off x="10109200" y="211217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32" id="132"/>
          <p:cNvCxnSpPr/>
          <p:nvPr/>
        </p:nvCxnSpPr>
        <p:spPr>
          <a:xfrm flipV="false">
            <a:off x="10274300" y="18052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3"/>
          <p:cNvSpPr txBox="true"/>
          <p:nvPr/>
        </p:nvSpPr>
        <p:spPr>
          <a:xfrm>
            <a:off x="10109200" y="175925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34" id="134"/>
          <p:cNvSpPr/>
          <p:nvPr/>
        </p:nvSpPr>
        <p:spPr>
          <a:xfrm>
            <a:off x="10398955" y="2475767"/>
            <a:ext cx="223764" cy="74114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872030" y="2193427"/>
            <a:ext cx="223764" cy="102348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1345105" y="2316951"/>
            <a:ext cx="223764" cy="899959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818180" y="1911087"/>
            <a:ext cx="223764" cy="130582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GraphCompose Text Line" id="138"/>
          <p:cNvSpPr txBox="true"/>
          <p:nvPr/>
        </p:nvSpPr>
        <p:spPr>
          <a:xfrm>
            <a:off x="10453688" y="3248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39"/>
          <p:cNvSpPr txBox="true"/>
          <p:nvPr/>
        </p:nvSpPr>
        <p:spPr>
          <a:xfrm>
            <a:off x="10926762" y="3248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40"/>
          <p:cNvSpPr txBox="true"/>
          <p:nvPr/>
        </p:nvSpPr>
        <p:spPr>
          <a:xfrm>
            <a:off x="11399838" y="3248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41"/>
          <p:cNvSpPr txBox="true"/>
          <p:nvPr/>
        </p:nvSpPr>
        <p:spPr>
          <a:xfrm>
            <a:off x="11872912" y="3248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42" id="142"/>
          <p:cNvSpPr/>
          <p:nvPr/>
        </p:nvSpPr>
        <p:spPr>
          <a:xfrm>
            <a:off x="10109200" y="3431477"/>
            <a:ext cx="2057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0109200" y="3431477"/>
            <a:ext cx="2057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0109200" y="3571177"/>
            <a:ext cx="193395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0109200" y="3710877"/>
            <a:ext cx="199567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0109200" y="3850577"/>
            <a:ext cx="127558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9931400" y="5029200"/>
            <a:ext cx="5080000" cy="2489200"/>
          </a:xfrm>
          <a:prstGeom prst="roundRect">
            <a:avLst>
              <a:gd name="adj" fmla="val 3061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37D6A1"/>
            </a:solidFill>
          </a:ln>
        </p:spPr>
      </p:sp>
      <p:sp>
        <p:nvSpPr>
          <p:cNvPr name="AutoShape 148" id="148"/>
          <p:cNvSpPr/>
          <p:nvPr/>
        </p:nvSpPr>
        <p:spPr>
          <a:xfrm>
            <a:off x="10109200" y="5207000"/>
            <a:ext cx="4724400" cy="213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49"/>
          <p:cNvSpPr txBox="true"/>
          <p:nvPr/>
        </p:nvSpPr>
        <p:spPr>
          <a:xfrm>
            <a:off x="10109200" y="51760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50"/>
          <p:cNvSpPr txBox="true"/>
          <p:nvPr/>
        </p:nvSpPr>
        <p:spPr>
          <a:xfrm>
            <a:off x="10109200" y="5429115"/>
            <a:ext cx="2235490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 twice.</a:t>
            </a:r>
            <a:endParaRPr lang="en-US" sz="1100"/>
          </a:p>
        </p:txBody>
      </p:sp>
      <p:cxnSp>
        <p:nvCxnSpPr>
          <p:cNvPr name="Connector 151" id="151"/>
          <p:cNvCxnSpPr/>
          <p:nvPr/>
        </p:nvCxnSpPr>
        <p:spPr>
          <a:xfrm flipV="false">
            <a:off x="10274300" y="6397181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2"/>
          <p:cNvSpPr txBox="true"/>
          <p:nvPr/>
        </p:nvSpPr>
        <p:spPr>
          <a:xfrm>
            <a:off x="10166350" y="6351221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53" id="153"/>
          <p:cNvCxnSpPr/>
          <p:nvPr/>
        </p:nvCxnSpPr>
        <p:spPr>
          <a:xfrm flipV="false">
            <a:off x="10274300" y="621570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4"/>
          <p:cNvSpPr txBox="true"/>
          <p:nvPr/>
        </p:nvSpPr>
        <p:spPr>
          <a:xfrm>
            <a:off x="10109200" y="616974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55" id="155"/>
          <p:cNvCxnSpPr/>
          <p:nvPr/>
        </p:nvCxnSpPr>
        <p:spPr>
          <a:xfrm flipV="false">
            <a:off x="10274300" y="603423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6"/>
          <p:cNvSpPr txBox="true"/>
          <p:nvPr/>
        </p:nvSpPr>
        <p:spPr>
          <a:xfrm>
            <a:off x="10109200" y="598827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57" id="157"/>
          <p:cNvCxnSpPr/>
          <p:nvPr/>
        </p:nvCxnSpPr>
        <p:spPr>
          <a:xfrm flipV="false">
            <a:off x="10274300" y="585275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8"/>
          <p:cNvSpPr txBox="true"/>
          <p:nvPr/>
        </p:nvSpPr>
        <p:spPr>
          <a:xfrm>
            <a:off x="10109200" y="58067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59" id="159"/>
          <p:cNvCxnSpPr/>
          <p:nvPr/>
        </p:nvCxnSpPr>
        <p:spPr>
          <a:xfrm flipV="false">
            <a:off x="10274300" y="567128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0"/>
          <p:cNvSpPr txBox="true"/>
          <p:nvPr/>
        </p:nvSpPr>
        <p:spPr>
          <a:xfrm>
            <a:off x="10109200" y="562532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61" id="161"/>
          <p:cNvSpPr/>
          <p:nvPr/>
        </p:nvSpPr>
        <p:spPr>
          <a:xfrm>
            <a:off x="10574644" y="6016083"/>
            <a:ext cx="539137" cy="381098"/>
          </a:xfrm>
          <a:prstGeom prst="roundRect">
            <a:avLst>
              <a:gd name="adj" fmla="val 4999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11714469" y="5870903"/>
            <a:ext cx="539137" cy="526278"/>
          </a:xfrm>
          <a:prstGeom prst="roundRect">
            <a:avLst>
              <a:gd name="adj" fmla="val 3620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12854294" y="5934419"/>
            <a:ext cx="539137" cy="462761"/>
          </a:xfrm>
          <a:prstGeom prst="roundRect">
            <a:avLst>
              <a:gd name="adj" fmla="val 4117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13994119" y="5725723"/>
            <a:ext cx="539137" cy="671458"/>
          </a:xfrm>
          <a:prstGeom prst="roundRect">
            <a:avLst>
              <a:gd name="adj" fmla="val 3533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165"/>
          <p:cNvSpPr txBox="true"/>
          <p:nvPr/>
        </p:nvSpPr>
        <p:spPr>
          <a:xfrm>
            <a:off x="10787062" y="6428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66"/>
          <p:cNvSpPr txBox="true"/>
          <p:nvPr/>
        </p:nvSpPr>
        <p:spPr>
          <a:xfrm>
            <a:off x="11926888" y="6428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67"/>
          <p:cNvSpPr txBox="true"/>
          <p:nvPr/>
        </p:nvSpPr>
        <p:spPr>
          <a:xfrm>
            <a:off x="13066712" y="6428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68"/>
          <p:cNvSpPr txBox="true"/>
          <p:nvPr/>
        </p:nvSpPr>
        <p:spPr>
          <a:xfrm>
            <a:off x="14206538" y="6428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69" id="169"/>
          <p:cNvSpPr/>
          <p:nvPr/>
        </p:nvSpPr>
        <p:spPr>
          <a:xfrm>
            <a:off x="10109200" y="6611747"/>
            <a:ext cx="4724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70" id="170"/>
          <p:cNvSpPr/>
          <p:nvPr/>
        </p:nvSpPr>
        <p:spPr>
          <a:xfrm>
            <a:off x="10109200" y="6611747"/>
            <a:ext cx="4724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1" id="171"/>
          <p:cNvSpPr/>
          <p:nvPr/>
        </p:nvSpPr>
        <p:spPr>
          <a:xfrm>
            <a:off x="10109200" y="6751447"/>
            <a:ext cx="444093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2" id="172"/>
          <p:cNvSpPr/>
          <p:nvPr/>
        </p:nvSpPr>
        <p:spPr>
          <a:xfrm>
            <a:off x="10109200" y="6891147"/>
            <a:ext cx="458266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3" id="173"/>
          <p:cNvSpPr/>
          <p:nvPr/>
        </p:nvSpPr>
        <p:spPr>
          <a:xfrm>
            <a:off x="10109200" y="7030847"/>
            <a:ext cx="292912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GraphCompose Text Line" id="174"/>
          <p:cNvSpPr txBox="true"/>
          <p:nvPr/>
        </p:nvSpPr>
        <p:spPr>
          <a:xfrm>
            <a:off x="9982200" y="680184"/>
            <a:ext cx="27559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B59FFF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GraphCompose Text Line" id="175"/>
          <p:cNvSpPr txBox="true"/>
          <p:nvPr/>
        </p:nvSpPr>
        <p:spPr>
          <a:xfrm>
            <a:off x="9982200" y="4642584"/>
            <a:ext cx="36703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37D6A1"/>
                </a:solidFill>
                <a:latin typeface="Courier New"/>
              </a:rPr>
              <a:t>PPTX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pdf, pptx, document engine</cp:keywords>
  <dcterms:modified xsi:type="dcterms:W3CDTF">2011-08-01T06:04:30Z</dcterms:modified>
  <cp:revision>1</cp:revision>
  <dc:subject>Repository social preview: one layout pass, two outputs</dc:subject>
  <dc:title>GraphCompose - social preview card</dc:title>
</cp:coreProperties>
</file>