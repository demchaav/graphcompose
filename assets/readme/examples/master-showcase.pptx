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104951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113938" cy="2003743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2003743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60659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48175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every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gate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198729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001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current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quarter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70880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6.6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177020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152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54.2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18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190853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machine,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635000" y="4567754"/>
            <a:ext cx="95996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2026-07-26.</a:t>
            </a:r>
            <a:endParaRPr lang="en-US" sz="1100"/>
          </a:p>
        </p:txBody>
      </p:sp>
      <p:grpSp>
        <p:nvGrpSpPr>
          <p:cNvPr name="Group 25" id="25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6" id="26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7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8" id="28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5695400" y="3071758"/>
            <a:ext cx="41504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sp>
        <p:nvSpPr>
          <p:cNvPr name="Freeform 30" id="30"/>
          <p:cNvSpPr/>
          <p:nvPr/>
        </p:nvSpPr>
        <p:spPr>
          <a:xfrm>
            <a:off x="5695400" y="3255328"/>
            <a:ext cx="1346200" cy="1346200"/>
          </a:xfrm>
          <a:custGeom>
            <a:avLst/>
            <a:gdLst/>
            <a:ahLst/>
            <a:cxnLst/>
            <a:rect r="r" b="b" t="t" l="l"/>
            <a:pathLst>
              <a:path h="1346200" w="1346200">
                <a:moveTo>
                  <a:pt x="0" y="0"/>
                </a:moveTo>
                <a:lnTo>
                  <a:pt x="1346200" y="0"/>
                </a:lnTo>
                <a:lnTo>
                  <a:pt x="1346200" y="1346200"/>
                </a:lnTo>
                <a:lnTo>
                  <a:pt x="0" y="1346200"/>
                </a:lnTo>
                <a:close/>
              </a:path>
            </a:pathLst>
          </a:custGeom>
          <a:solidFill>
            <a:srgbClr val="E8F4F5"/>
          </a:solidFill>
          <a:ln>
            <a:noFill/>
          </a:ln>
        </p:spPr>
      </p:sp>
      <p:sp>
        <p:nvSpPr>
          <p:cNvPr name="Freeform 31" id="31"/>
          <p:cNvSpPr/>
          <p:nvPr/>
        </p:nvSpPr>
        <p:spPr>
          <a:xfrm>
            <a:off x="5816050" y="3375978"/>
            <a:ext cx="1104900" cy="1104900"/>
          </a:xfrm>
          <a:custGeom>
            <a:avLst/>
            <a:gdLst/>
            <a:ahLst/>
            <a:cxnLst/>
            <a:rect r="r" b="b" t="t" l="l"/>
            <a:pathLst>
              <a:path h="1104900" w="1104900">
                <a:moveTo>
                  <a:pt x="0" y="0"/>
                </a:moveTo>
                <a:lnTo>
                  <a:pt x="266700" y="0"/>
                </a:lnTo>
                <a:lnTo>
                  <a:pt x="266700" y="38100"/>
                </a:lnTo>
                <a:lnTo>
                  <a:pt x="0" y="38100"/>
                </a:lnTo>
                <a:close/>
                <a:moveTo>
                  <a:pt x="381000" y="0"/>
                </a:moveTo>
                <a:lnTo>
                  <a:pt x="419100" y="0"/>
                </a:lnTo>
                <a:lnTo>
                  <a:pt x="419100" y="76200"/>
                </a:lnTo>
                <a:lnTo>
                  <a:pt x="381000" y="76200"/>
                </a:lnTo>
                <a:close/>
                <a:moveTo>
                  <a:pt x="457200" y="0"/>
                </a:moveTo>
                <a:lnTo>
                  <a:pt x="495300" y="0"/>
                </a:lnTo>
                <a:lnTo>
                  <a:pt x="495300" y="38100"/>
                </a:lnTo>
                <a:lnTo>
                  <a:pt x="457200" y="38100"/>
                </a:lnTo>
                <a:close/>
                <a:moveTo>
                  <a:pt x="533400" y="0"/>
                </a:moveTo>
                <a:lnTo>
                  <a:pt x="571500" y="0"/>
                </a:lnTo>
                <a:lnTo>
                  <a:pt x="571500" y="38100"/>
                </a:lnTo>
                <a:lnTo>
                  <a:pt x="533400" y="38100"/>
                </a:lnTo>
                <a:close/>
                <a:moveTo>
                  <a:pt x="609600" y="0"/>
                </a:moveTo>
                <a:lnTo>
                  <a:pt x="647700" y="0"/>
                </a:lnTo>
                <a:lnTo>
                  <a:pt x="647700" y="38100"/>
                </a:lnTo>
                <a:lnTo>
                  <a:pt x="609600" y="38100"/>
                </a:lnTo>
                <a:close/>
                <a:moveTo>
                  <a:pt x="762000" y="0"/>
                </a:moveTo>
                <a:lnTo>
                  <a:pt x="800100" y="0"/>
                </a:lnTo>
                <a:lnTo>
                  <a:pt x="800100" y="38100"/>
                </a:lnTo>
                <a:lnTo>
                  <a:pt x="762000" y="38100"/>
                </a:lnTo>
                <a:close/>
                <a:moveTo>
                  <a:pt x="838200" y="0"/>
                </a:moveTo>
                <a:lnTo>
                  <a:pt x="1104900" y="0"/>
                </a:lnTo>
                <a:lnTo>
                  <a:pt x="1104900" y="38100"/>
                </a:lnTo>
                <a:lnTo>
                  <a:pt x="838200" y="38100"/>
                </a:lnTo>
                <a:close/>
                <a:moveTo>
                  <a:pt x="0" y="38100"/>
                </a:moveTo>
                <a:lnTo>
                  <a:pt x="38100" y="38100"/>
                </a:lnTo>
                <a:lnTo>
                  <a:pt x="38100" y="228600"/>
                </a:lnTo>
                <a:lnTo>
                  <a:pt x="0" y="228600"/>
                </a:lnTo>
                <a:close/>
                <a:moveTo>
                  <a:pt x="228600" y="38100"/>
                </a:moveTo>
                <a:lnTo>
                  <a:pt x="266700" y="38100"/>
                </a:lnTo>
                <a:lnTo>
                  <a:pt x="266700" y="228600"/>
                </a:lnTo>
                <a:lnTo>
                  <a:pt x="228600" y="228600"/>
                </a:lnTo>
                <a:close/>
                <a:moveTo>
                  <a:pt x="304800" y="38100"/>
                </a:moveTo>
                <a:lnTo>
                  <a:pt x="342900" y="38100"/>
                </a:lnTo>
                <a:lnTo>
                  <a:pt x="342900" y="76200"/>
                </a:lnTo>
                <a:lnTo>
                  <a:pt x="304800" y="76200"/>
                </a:lnTo>
                <a:close/>
                <a:moveTo>
                  <a:pt x="495300" y="38100"/>
                </a:moveTo>
                <a:lnTo>
                  <a:pt x="571500" y="38100"/>
                </a:lnTo>
                <a:lnTo>
                  <a:pt x="571500" y="76200"/>
                </a:lnTo>
                <a:lnTo>
                  <a:pt x="495300" y="76200"/>
                </a:lnTo>
                <a:close/>
                <a:moveTo>
                  <a:pt x="647700" y="38100"/>
                </a:moveTo>
                <a:lnTo>
                  <a:pt x="685800" y="38100"/>
                </a:lnTo>
                <a:lnTo>
                  <a:pt x="685800" y="76200"/>
                </a:lnTo>
                <a:lnTo>
                  <a:pt x="647700" y="76200"/>
                </a:lnTo>
                <a:close/>
                <a:moveTo>
                  <a:pt x="838200" y="38100"/>
                </a:moveTo>
                <a:lnTo>
                  <a:pt x="876300" y="38100"/>
                </a:lnTo>
                <a:lnTo>
                  <a:pt x="876300" y="228600"/>
                </a:lnTo>
                <a:lnTo>
                  <a:pt x="838200" y="228600"/>
                </a:lnTo>
                <a:close/>
                <a:moveTo>
                  <a:pt x="1066800" y="38100"/>
                </a:moveTo>
                <a:lnTo>
                  <a:pt x="1104900" y="38100"/>
                </a:lnTo>
                <a:lnTo>
                  <a:pt x="1104900" y="228600"/>
                </a:lnTo>
                <a:lnTo>
                  <a:pt x="1066800" y="228600"/>
                </a:lnTo>
                <a:close/>
                <a:moveTo>
                  <a:pt x="76200" y="76200"/>
                </a:moveTo>
                <a:lnTo>
                  <a:pt x="190500" y="76200"/>
                </a:lnTo>
                <a:lnTo>
                  <a:pt x="190500" y="190500"/>
                </a:lnTo>
                <a:lnTo>
                  <a:pt x="76200" y="190500"/>
                </a:lnTo>
                <a:close/>
                <a:moveTo>
                  <a:pt x="457200" y="76200"/>
                </a:moveTo>
                <a:lnTo>
                  <a:pt x="533400" y="76200"/>
                </a:lnTo>
                <a:lnTo>
                  <a:pt x="533400" y="114300"/>
                </a:lnTo>
                <a:lnTo>
                  <a:pt x="457200" y="114300"/>
                </a:lnTo>
                <a:close/>
                <a:moveTo>
                  <a:pt x="609600" y="76200"/>
                </a:moveTo>
                <a:lnTo>
                  <a:pt x="800100" y="76200"/>
                </a:lnTo>
                <a:lnTo>
                  <a:pt x="800100" y="114300"/>
                </a:lnTo>
                <a:lnTo>
                  <a:pt x="609600" y="114300"/>
                </a:lnTo>
                <a:close/>
                <a:moveTo>
                  <a:pt x="914400" y="76200"/>
                </a:moveTo>
                <a:lnTo>
                  <a:pt x="1028700" y="76200"/>
                </a:lnTo>
                <a:lnTo>
                  <a:pt x="1028700" y="190500"/>
                </a:lnTo>
                <a:lnTo>
                  <a:pt x="914400" y="190500"/>
                </a:lnTo>
                <a:close/>
                <a:moveTo>
                  <a:pt x="304800" y="114300"/>
                </a:moveTo>
                <a:lnTo>
                  <a:pt x="419100" y="114300"/>
                </a:lnTo>
                <a:lnTo>
                  <a:pt x="419100" y="152400"/>
                </a:lnTo>
                <a:lnTo>
                  <a:pt x="304800" y="152400"/>
                </a:lnTo>
                <a:close/>
                <a:moveTo>
                  <a:pt x="457200" y="114300"/>
                </a:moveTo>
                <a:lnTo>
                  <a:pt x="495300" y="114300"/>
                </a:lnTo>
                <a:lnTo>
                  <a:pt x="495300" y="152400"/>
                </a:lnTo>
                <a:lnTo>
                  <a:pt x="457200" y="152400"/>
                </a:lnTo>
                <a:close/>
                <a:moveTo>
                  <a:pt x="533400" y="114300"/>
                </a:moveTo>
                <a:lnTo>
                  <a:pt x="647700" y="114300"/>
                </a:lnTo>
                <a:lnTo>
                  <a:pt x="647700" y="152400"/>
                </a:lnTo>
                <a:lnTo>
                  <a:pt x="533400" y="152400"/>
                </a:lnTo>
                <a:close/>
                <a:moveTo>
                  <a:pt x="342900" y="152400"/>
                </a:moveTo>
                <a:lnTo>
                  <a:pt x="381000" y="152400"/>
                </a:lnTo>
                <a:lnTo>
                  <a:pt x="381000" y="190500"/>
                </a:lnTo>
                <a:lnTo>
                  <a:pt x="342900" y="190500"/>
                </a:lnTo>
                <a:close/>
                <a:moveTo>
                  <a:pt x="533400" y="152400"/>
                </a:moveTo>
                <a:lnTo>
                  <a:pt x="571500" y="152400"/>
                </a:lnTo>
                <a:lnTo>
                  <a:pt x="571500" y="190500"/>
                </a:lnTo>
                <a:lnTo>
                  <a:pt x="533400" y="190500"/>
                </a:lnTo>
                <a:close/>
                <a:moveTo>
                  <a:pt x="762000" y="152400"/>
                </a:moveTo>
                <a:lnTo>
                  <a:pt x="800100" y="152400"/>
                </a:lnTo>
                <a:lnTo>
                  <a:pt x="800100" y="190500"/>
                </a:lnTo>
                <a:lnTo>
                  <a:pt x="762000" y="190500"/>
                </a:lnTo>
                <a:close/>
                <a:moveTo>
                  <a:pt x="304800" y="190500"/>
                </a:moveTo>
                <a:lnTo>
                  <a:pt x="381000" y="190500"/>
                </a:lnTo>
                <a:lnTo>
                  <a:pt x="381000" y="228600"/>
                </a:lnTo>
                <a:lnTo>
                  <a:pt x="304800" y="228600"/>
                </a:lnTo>
                <a:close/>
                <a:moveTo>
                  <a:pt x="419100" y="190500"/>
                </a:moveTo>
                <a:lnTo>
                  <a:pt x="609600" y="190500"/>
                </a:lnTo>
                <a:lnTo>
                  <a:pt x="609600" y="228600"/>
                </a:lnTo>
                <a:lnTo>
                  <a:pt x="419100" y="228600"/>
                </a:lnTo>
                <a:close/>
                <a:moveTo>
                  <a:pt x="647700" y="190500"/>
                </a:moveTo>
                <a:lnTo>
                  <a:pt x="685800" y="190500"/>
                </a:lnTo>
                <a:lnTo>
                  <a:pt x="685800" y="228600"/>
                </a:lnTo>
                <a:lnTo>
                  <a:pt x="647700" y="228600"/>
                </a:lnTo>
                <a:close/>
                <a:moveTo>
                  <a:pt x="0" y="228600"/>
                </a:moveTo>
                <a:lnTo>
                  <a:pt x="266700" y="228600"/>
                </a:lnTo>
                <a:lnTo>
                  <a:pt x="266700" y="266700"/>
                </a:lnTo>
                <a:lnTo>
                  <a:pt x="0" y="266700"/>
                </a:lnTo>
                <a:close/>
                <a:moveTo>
                  <a:pt x="304800" y="228600"/>
                </a:moveTo>
                <a:lnTo>
                  <a:pt x="342900" y="228600"/>
                </a:lnTo>
                <a:lnTo>
                  <a:pt x="342900" y="266700"/>
                </a:lnTo>
                <a:lnTo>
                  <a:pt x="304800" y="266700"/>
                </a:lnTo>
                <a:close/>
                <a:moveTo>
                  <a:pt x="381000" y="228600"/>
                </a:moveTo>
                <a:lnTo>
                  <a:pt x="419100" y="228600"/>
                </a:lnTo>
                <a:lnTo>
                  <a:pt x="419100" y="266700"/>
                </a:lnTo>
                <a:lnTo>
                  <a:pt x="381000" y="266700"/>
                </a:lnTo>
                <a:close/>
                <a:moveTo>
                  <a:pt x="457200" y="228600"/>
                </a:moveTo>
                <a:lnTo>
                  <a:pt x="495300" y="228600"/>
                </a:lnTo>
                <a:lnTo>
                  <a:pt x="495300" y="266700"/>
                </a:lnTo>
                <a:lnTo>
                  <a:pt x="457200" y="266700"/>
                </a:lnTo>
                <a:close/>
                <a:moveTo>
                  <a:pt x="533400" y="228600"/>
                </a:moveTo>
                <a:lnTo>
                  <a:pt x="571500" y="228600"/>
                </a:lnTo>
                <a:lnTo>
                  <a:pt x="571500" y="266700"/>
                </a:lnTo>
                <a:lnTo>
                  <a:pt x="533400" y="266700"/>
                </a:lnTo>
                <a:close/>
                <a:moveTo>
                  <a:pt x="609600" y="228600"/>
                </a:moveTo>
                <a:lnTo>
                  <a:pt x="647700" y="228600"/>
                </a:lnTo>
                <a:lnTo>
                  <a:pt x="647700" y="266700"/>
                </a:lnTo>
                <a:lnTo>
                  <a:pt x="609600" y="266700"/>
                </a:lnTo>
                <a:close/>
                <a:moveTo>
                  <a:pt x="685800" y="228600"/>
                </a:moveTo>
                <a:lnTo>
                  <a:pt x="723900" y="228600"/>
                </a:lnTo>
                <a:lnTo>
                  <a:pt x="723900" y="304800"/>
                </a:lnTo>
                <a:lnTo>
                  <a:pt x="685800" y="304800"/>
                </a:lnTo>
                <a:close/>
                <a:moveTo>
                  <a:pt x="762000" y="228600"/>
                </a:moveTo>
                <a:lnTo>
                  <a:pt x="800100" y="228600"/>
                </a:lnTo>
                <a:lnTo>
                  <a:pt x="800100" y="304800"/>
                </a:lnTo>
                <a:lnTo>
                  <a:pt x="762000" y="304800"/>
                </a:lnTo>
                <a:close/>
                <a:moveTo>
                  <a:pt x="838200" y="228600"/>
                </a:moveTo>
                <a:lnTo>
                  <a:pt x="1104900" y="228600"/>
                </a:lnTo>
                <a:lnTo>
                  <a:pt x="1104900" y="266700"/>
                </a:lnTo>
                <a:lnTo>
                  <a:pt x="838200" y="266700"/>
                </a:lnTo>
                <a:close/>
                <a:moveTo>
                  <a:pt x="342900" y="266700"/>
                </a:moveTo>
                <a:lnTo>
                  <a:pt x="457200" y="266700"/>
                </a:lnTo>
                <a:lnTo>
                  <a:pt x="457200" y="304800"/>
                </a:lnTo>
                <a:lnTo>
                  <a:pt x="342900" y="304800"/>
                </a:lnTo>
                <a:close/>
                <a:moveTo>
                  <a:pt x="533400" y="266700"/>
                </a:moveTo>
                <a:lnTo>
                  <a:pt x="647700" y="266700"/>
                </a:lnTo>
                <a:lnTo>
                  <a:pt x="647700" y="304800"/>
                </a:lnTo>
                <a:lnTo>
                  <a:pt x="533400" y="304800"/>
                </a:lnTo>
                <a:close/>
                <a:moveTo>
                  <a:pt x="0" y="304800"/>
                </a:moveTo>
                <a:lnTo>
                  <a:pt x="190500" y="304800"/>
                </a:lnTo>
                <a:lnTo>
                  <a:pt x="190500" y="342900"/>
                </a:lnTo>
                <a:lnTo>
                  <a:pt x="0" y="342900"/>
                </a:lnTo>
                <a:close/>
                <a:moveTo>
                  <a:pt x="228600" y="304800"/>
                </a:moveTo>
                <a:lnTo>
                  <a:pt x="381000" y="304800"/>
                </a:lnTo>
                <a:lnTo>
                  <a:pt x="381000" y="342900"/>
                </a:lnTo>
                <a:lnTo>
                  <a:pt x="228600" y="342900"/>
                </a:lnTo>
                <a:close/>
                <a:moveTo>
                  <a:pt x="419100" y="304800"/>
                </a:moveTo>
                <a:lnTo>
                  <a:pt x="457200" y="304800"/>
                </a:lnTo>
                <a:lnTo>
                  <a:pt x="457200" y="342900"/>
                </a:lnTo>
                <a:lnTo>
                  <a:pt x="419100" y="342900"/>
                </a:lnTo>
                <a:close/>
                <a:moveTo>
                  <a:pt x="571500" y="304800"/>
                </a:moveTo>
                <a:lnTo>
                  <a:pt x="609600" y="304800"/>
                </a:lnTo>
                <a:lnTo>
                  <a:pt x="609600" y="381000"/>
                </a:lnTo>
                <a:lnTo>
                  <a:pt x="571500" y="381000"/>
                </a:lnTo>
                <a:close/>
                <a:moveTo>
                  <a:pt x="647700" y="304800"/>
                </a:moveTo>
                <a:lnTo>
                  <a:pt x="723900" y="304800"/>
                </a:lnTo>
                <a:lnTo>
                  <a:pt x="723900" y="342900"/>
                </a:lnTo>
                <a:lnTo>
                  <a:pt x="647700" y="342900"/>
                </a:lnTo>
                <a:close/>
                <a:moveTo>
                  <a:pt x="762000" y="304800"/>
                </a:moveTo>
                <a:lnTo>
                  <a:pt x="838200" y="304800"/>
                </a:lnTo>
                <a:lnTo>
                  <a:pt x="838200" y="342900"/>
                </a:lnTo>
                <a:lnTo>
                  <a:pt x="762000" y="342900"/>
                </a:lnTo>
                <a:close/>
                <a:moveTo>
                  <a:pt x="876300" y="304800"/>
                </a:moveTo>
                <a:lnTo>
                  <a:pt x="914400" y="304800"/>
                </a:lnTo>
                <a:lnTo>
                  <a:pt x="914400" y="342900"/>
                </a:lnTo>
                <a:lnTo>
                  <a:pt x="876300" y="342900"/>
                </a:lnTo>
                <a:close/>
                <a:moveTo>
                  <a:pt x="952500" y="304800"/>
                </a:moveTo>
                <a:lnTo>
                  <a:pt x="990600" y="304800"/>
                </a:lnTo>
                <a:lnTo>
                  <a:pt x="990600" y="342900"/>
                </a:lnTo>
                <a:lnTo>
                  <a:pt x="952500" y="342900"/>
                </a:lnTo>
                <a:close/>
                <a:moveTo>
                  <a:pt x="1028700" y="304800"/>
                </a:moveTo>
                <a:lnTo>
                  <a:pt x="1066800" y="304800"/>
                </a:lnTo>
                <a:lnTo>
                  <a:pt x="1066800" y="381000"/>
                </a:lnTo>
                <a:lnTo>
                  <a:pt x="1028700" y="381000"/>
                </a:lnTo>
                <a:close/>
                <a:moveTo>
                  <a:pt x="0" y="342900"/>
                </a:moveTo>
                <a:lnTo>
                  <a:pt x="38100" y="342900"/>
                </a:lnTo>
                <a:lnTo>
                  <a:pt x="38100" y="381000"/>
                </a:lnTo>
                <a:lnTo>
                  <a:pt x="0" y="381000"/>
                </a:lnTo>
                <a:close/>
                <a:moveTo>
                  <a:pt x="152400" y="342900"/>
                </a:moveTo>
                <a:lnTo>
                  <a:pt x="228600" y="342900"/>
                </a:lnTo>
                <a:lnTo>
                  <a:pt x="228600" y="381000"/>
                </a:lnTo>
                <a:lnTo>
                  <a:pt x="152400" y="381000"/>
                </a:lnTo>
                <a:close/>
                <a:moveTo>
                  <a:pt x="381000" y="342900"/>
                </a:moveTo>
                <a:lnTo>
                  <a:pt x="419100" y="342900"/>
                </a:lnTo>
                <a:lnTo>
                  <a:pt x="419100" y="419100"/>
                </a:lnTo>
                <a:lnTo>
                  <a:pt x="381000" y="419100"/>
                </a:lnTo>
                <a:close/>
                <a:moveTo>
                  <a:pt x="457200" y="342900"/>
                </a:moveTo>
                <a:lnTo>
                  <a:pt x="495300" y="342900"/>
                </a:lnTo>
                <a:lnTo>
                  <a:pt x="495300" y="381000"/>
                </a:lnTo>
                <a:lnTo>
                  <a:pt x="457200" y="381000"/>
                </a:lnTo>
                <a:close/>
                <a:moveTo>
                  <a:pt x="723900" y="342900"/>
                </a:moveTo>
                <a:lnTo>
                  <a:pt x="838200" y="342900"/>
                </a:lnTo>
                <a:lnTo>
                  <a:pt x="838200" y="381000"/>
                </a:lnTo>
                <a:lnTo>
                  <a:pt x="723900" y="381000"/>
                </a:lnTo>
                <a:close/>
                <a:moveTo>
                  <a:pt x="876300" y="342900"/>
                </a:moveTo>
                <a:lnTo>
                  <a:pt x="990600" y="342900"/>
                </a:lnTo>
                <a:lnTo>
                  <a:pt x="990600" y="381000"/>
                </a:lnTo>
                <a:lnTo>
                  <a:pt x="876300" y="381000"/>
                </a:lnTo>
                <a:close/>
                <a:moveTo>
                  <a:pt x="38100" y="381000"/>
                </a:moveTo>
                <a:lnTo>
                  <a:pt x="76200" y="381000"/>
                </a:lnTo>
                <a:lnTo>
                  <a:pt x="76200" y="419100"/>
                </a:lnTo>
                <a:lnTo>
                  <a:pt x="38100" y="419100"/>
                </a:lnTo>
                <a:close/>
                <a:moveTo>
                  <a:pt x="152400" y="381000"/>
                </a:moveTo>
                <a:lnTo>
                  <a:pt x="190500" y="381000"/>
                </a:lnTo>
                <a:lnTo>
                  <a:pt x="190500" y="419100"/>
                </a:lnTo>
                <a:lnTo>
                  <a:pt x="152400" y="419100"/>
                </a:lnTo>
                <a:close/>
                <a:moveTo>
                  <a:pt x="228600" y="381000"/>
                </a:moveTo>
                <a:lnTo>
                  <a:pt x="266700" y="381000"/>
                </a:lnTo>
                <a:lnTo>
                  <a:pt x="266700" y="419100"/>
                </a:lnTo>
                <a:lnTo>
                  <a:pt x="228600" y="419100"/>
                </a:lnTo>
                <a:close/>
                <a:moveTo>
                  <a:pt x="495300" y="381000"/>
                </a:moveTo>
                <a:lnTo>
                  <a:pt x="571500" y="381000"/>
                </a:lnTo>
                <a:lnTo>
                  <a:pt x="571500" y="419100"/>
                </a:lnTo>
                <a:lnTo>
                  <a:pt x="495300" y="419100"/>
                </a:lnTo>
                <a:close/>
                <a:moveTo>
                  <a:pt x="647700" y="381000"/>
                </a:moveTo>
                <a:lnTo>
                  <a:pt x="685800" y="381000"/>
                </a:lnTo>
                <a:lnTo>
                  <a:pt x="685800" y="419100"/>
                </a:lnTo>
                <a:lnTo>
                  <a:pt x="647700" y="419100"/>
                </a:lnTo>
                <a:close/>
                <a:moveTo>
                  <a:pt x="723900" y="381000"/>
                </a:moveTo>
                <a:lnTo>
                  <a:pt x="762000" y="381000"/>
                </a:lnTo>
                <a:lnTo>
                  <a:pt x="762000" y="419100"/>
                </a:lnTo>
                <a:lnTo>
                  <a:pt x="723900" y="419100"/>
                </a:lnTo>
                <a:close/>
                <a:moveTo>
                  <a:pt x="876300" y="381000"/>
                </a:moveTo>
                <a:lnTo>
                  <a:pt x="914400" y="381000"/>
                </a:lnTo>
                <a:lnTo>
                  <a:pt x="914400" y="419100"/>
                </a:lnTo>
                <a:lnTo>
                  <a:pt x="876300" y="419100"/>
                </a:lnTo>
                <a:close/>
                <a:moveTo>
                  <a:pt x="952500" y="381000"/>
                </a:moveTo>
                <a:lnTo>
                  <a:pt x="1028700" y="381000"/>
                </a:lnTo>
                <a:lnTo>
                  <a:pt x="1028700" y="419100"/>
                </a:lnTo>
                <a:lnTo>
                  <a:pt x="952500" y="419100"/>
                </a:lnTo>
                <a:close/>
                <a:moveTo>
                  <a:pt x="38100" y="419100"/>
                </a:moveTo>
                <a:lnTo>
                  <a:pt x="152400" y="419100"/>
                </a:lnTo>
                <a:lnTo>
                  <a:pt x="152400" y="457200"/>
                </a:lnTo>
                <a:lnTo>
                  <a:pt x="38100" y="457200"/>
                </a:lnTo>
                <a:close/>
                <a:moveTo>
                  <a:pt x="304800" y="419100"/>
                </a:moveTo>
                <a:lnTo>
                  <a:pt x="342900" y="419100"/>
                </a:lnTo>
                <a:lnTo>
                  <a:pt x="342900" y="457200"/>
                </a:lnTo>
                <a:lnTo>
                  <a:pt x="304800" y="457200"/>
                </a:lnTo>
                <a:close/>
                <a:moveTo>
                  <a:pt x="457200" y="419100"/>
                </a:moveTo>
                <a:lnTo>
                  <a:pt x="533400" y="419100"/>
                </a:lnTo>
                <a:lnTo>
                  <a:pt x="533400" y="457200"/>
                </a:lnTo>
                <a:lnTo>
                  <a:pt x="457200" y="457200"/>
                </a:lnTo>
                <a:close/>
                <a:moveTo>
                  <a:pt x="609600" y="419100"/>
                </a:moveTo>
                <a:lnTo>
                  <a:pt x="762000" y="419100"/>
                </a:lnTo>
                <a:lnTo>
                  <a:pt x="762000" y="457200"/>
                </a:lnTo>
                <a:lnTo>
                  <a:pt x="609600" y="457200"/>
                </a:lnTo>
                <a:close/>
                <a:moveTo>
                  <a:pt x="800100" y="419100"/>
                </a:moveTo>
                <a:lnTo>
                  <a:pt x="990600" y="419100"/>
                </a:lnTo>
                <a:lnTo>
                  <a:pt x="990600" y="457200"/>
                </a:lnTo>
                <a:lnTo>
                  <a:pt x="800100" y="457200"/>
                </a:lnTo>
                <a:close/>
                <a:moveTo>
                  <a:pt x="1066800" y="419100"/>
                </a:moveTo>
                <a:lnTo>
                  <a:pt x="1104900" y="419100"/>
                </a:lnTo>
                <a:lnTo>
                  <a:pt x="1104900" y="457200"/>
                </a:lnTo>
                <a:lnTo>
                  <a:pt x="1066800" y="457200"/>
                </a:lnTo>
                <a:close/>
                <a:moveTo>
                  <a:pt x="76200" y="457200"/>
                </a:moveTo>
                <a:lnTo>
                  <a:pt x="114300" y="457200"/>
                </a:lnTo>
                <a:lnTo>
                  <a:pt x="114300" y="495300"/>
                </a:lnTo>
                <a:lnTo>
                  <a:pt x="76200" y="495300"/>
                </a:lnTo>
                <a:close/>
                <a:moveTo>
                  <a:pt x="152400" y="457200"/>
                </a:moveTo>
                <a:lnTo>
                  <a:pt x="304800" y="457200"/>
                </a:lnTo>
                <a:lnTo>
                  <a:pt x="304800" y="495300"/>
                </a:lnTo>
                <a:lnTo>
                  <a:pt x="152400" y="495300"/>
                </a:lnTo>
                <a:close/>
                <a:moveTo>
                  <a:pt x="342900" y="457200"/>
                </a:moveTo>
                <a:lnTo>
                  <a:pt x="419100" y="457200"/>
                </a:lnTo>
                <a:lnTo>
                  <a:pt x="419100" y="495300"/>
                </a:lnTo>
                <a:lnTo>
                  <a:pt x="342900" y="495300"/>
                </a:lnTo>
                <a:close/>
                <a:moveTo>
                  <a:pt x="457200" y="457200"/>
                </a:moveTo>
                <a:lnTo>
                  <a:pt x="609600" y="457200"/>
                </a:lnTo>
                <a:lnTo>
                  <a:pt x="609600" y="495300"/>
                </a:lnTo>
                <a:lnTo>
                  <a:pt x="457200" y="495300"/>
                </a:lnTo>
                <a:close/>
                <a:moveTo>
                  <a:pt x="685800" y="457200"/>
                </a:moveTo>
                <a:lnTo>
                  <a:pt x="723900" y="457200"/>
                </a:lnTo>
                <a:lnTo>
                  <a:pt x="723900" y="533400"/>
                </a:lnTo>
                <a:lnTo>
                  <a:pt x="685800" y="533400"/>
                </a:lnTo>
                <a:close/>
                <a:moveTo>
                  <a:pt x="762000" y="457200"/>
                </a:moveTo>
                <a:lnTo>
                  <a:pt x="952500" y="457200"/>
                </a:lnTo>
                <a:lnTo>
                  <a:pt x="952500" y="495300"/>
                </a:lnTo>
                <a:lnTo>
                  <a:pt x="762000" y="495300"/>
                </a:lnTo>
                <a:close/>
                <a:moveTo>
                  <a:pt x="0" y="495300"/>
                </a:moveTo>
                <a:lnTo>
                  <a:pt x="76200" y="495300"/>
                </a:lnTo>
                <a:lnTo>
                  <a:pt x="76200" y="533400"/>
                </a:lnTo>
                <a:lnTo>
                  <a:pt x="0" y="533400"/>
                </a:lnTo>
                <a:close/>
                <a:moveTo>
                  <a:pt x="533400" y="495300"/>
                </a:moveTo>
                <a:lnTo>
                  <a:pt x="609600" y="495300"/>
                </a:lnTo>
                <a:lnTo>
                  <a:pt x="609600" y="533400"/>
                </a:lnTo>
                <a:lnTo>
                  <a:pt x="533400" y="533400"/>
                </a:lnTo>
                <a:close/>
                <a:moveTo>
                  <a:pt x="762000" y="495300"/>
                </a:moveTo>
                <a:lnTo>
                  <a:pt x="838200" y="495300"/>
                </a:lnTo>
                <a:lnTo>
                  <a:pt x="838200" y="533400"/>
                </a:lnTo>
                <a:lnTo>
                  <a:pt x="762000" y="533400"/>
                </a:lnTo>
                <a:close/>
                <a:moveTo>
                  <a:pt x="952500" y="495300"/>
                </a:moveTo>
                <a:lnTo>
                  <a:pt x="990600" y="495300"/>
                </a:lnTo>
                <a:lnTo>
                  <a:pt x="990600" y="533400"/>
                </a:lnTo>
                <a:lnTo>
                  <a:pt x="952500" y="533400"/>
                </a:lnTo>
                <a:close/>
                <a:moveTo>
                  <a:pt x="1028700" y="495300"/>
                </a:moveTo>
                <a:lnTo>
                  <a:pt x="1066800" y="495300"/>
                </a:lnTo>
                <a:lnTo>
                  <a:pt x="1066800" y="533400"/>
                </a:lnTo>
                <a:lnTo>
                  <a:pt x="1028700" y="533400"/>
                </a:lnTo>
                <a:close/>
                <a:moveTo>
                  <a:pt x="76200" y="533400"/>
                </a:moveTo>
                <a:lnTo>
                  <a:pt x="190500" y="533400"/>
                </a:lnTo>
                <a:lnTo>
                  <a:pt x="190500" y="571500"/>
                </a:lnTo>
                <a:lnTo>
                  <a:pt x="76200" y="571500"/>
                </a:lnTo>
                <a:close/>
                <a:moveTo>
                  <a:pt x="228600" y="533400"/>
                </a:moveTo>
                <a:lnTo>
                  <a:pt x="381000" y="533400"/>
                </a:lnTo>
                <a:lnTo>
                  <a:pt x="381000" y="571500"/>
                </a:lnTo>
                <a:lnTo>
                  <a:pt x="228600" y="571500"/>
                </a:lnTo>
                <a:close/>
                <a:moveTo>
                  <a:pt x="419100" y="533400"/>
                </a:moveTo>
                <a:lnTo>
                  <a:pt x="685800" y="533400"/>
                </a:lnTo>
                <a:lnTo>
                  <a:pt x="685800" y="571500"/>
                </a:lnTo>
                <a:lnTo>
                  <a:pt x="419100" y="571500"/>
                </a:lnTo>
                <a:close/>
                <a:moveTo>
                  <a:pt x="723900" y="533400"/>
                </a:moveTo>
                <a:lnTo>
                  <a:pt x="762000" y="533400"/>
                </a:lnTo>
                <a:lnTo>
                  <a:pt x="762000" y="571500"/>
                </a:lnTo>
                <a:lnTo>
                  <a:pt x="723900" y="571500"/>
                </a:lnTo>
                <a:close/>
                <a:moveTo>
                  <a:pt x="952500" y="533400"/>
                </a:moveTo>
                <a:lnTo>
                  <a:pt x="1104900" y="533400"/>
                </a:lnTo>
                <a:lnTo>
                  <a:pt x="1104900" y="571500"/>
                </a:lnTo>
                <a:lnTo>
                  <a:pt x="952500" y="571500"/>
                </a:lnTo>
                <a:close/>
                <a:moveTo>
                  <a:pt x="38100" y="571500"/>
                </a:moveTo>
                <a:lnTo>
                  <a:pt x="152400" y="571500"/>
                </a:lnTo>
                <a:lnTo>
                  <a:pt x="152400" y="609600"/>
                </a:lnTo>
                <a:lnTo>
                  <a:pt x="38100" y="609600"/>
                </a:lnTo>
                <a:close/>
                <a:moveTo>
                  <a:pt x="190500" y="571500"/>
                </a:moveTo>
                <a:lnTo>
                  <a:pt x="228600" y="571500"/>
                </a:lnTo>
                <a:lnTo>
                  <a:pt x="228600" y="609600"/>
                </a:lnTo>
                <a:lnTo>
                  <a:pt x="190500" y="609600"/>
                </a:lnTo>
                <a:close/>
                <a:moveTo>
                  <a:pt x="304800" y="571500"/>
                </a:moveTo>
                <a:lnTo>
                  <a:pt x="457200" y="571500"/>
                </a:lnTo>
                <a:lnTo>
                  <a:pt x="457200" y="609600"/>
                </a:lnTo>
                <a:lnTo>
                  <a:pt x="304800" y="609600"/>
                </a:lnTo>
                <a:close/>
                <a:moveTo>
                  <a:pt x="533400" y="571500"/>
                </a:moveTo>
                <a:lnTo>
                  <a:pt x="571500" y="571500"/>
                </a:lnTo>
                <a:lnTo>
                  <a:pt x="571500" y="609600"/>
                </a:lnTo>
                <a:lnTo>
                  <a:pt x="533400" y="609600"/>
                </a:lnTo>
                <a:close/>
                <a:moveTo>
                  <a:pt x="609600" y="571500"/>
                </a:moveTo>
                <a:lnTo>
                  <a:pt x="647700" y="571500"/>
                </a:lnTo>
                <a:lnTo>
                  <a:pt x="647700" y="609600"/>
                </a:lnTo>
                <a:lnTo>
                  <a:pt x="609600" y="609600"/>
                </a:lnTo>
                <a:close/>
                <a:moveTo>
                  <a:pt x="685800" y="571500"/>
                </a:moveTo>
                <a:lnTo>
                  <a:pt x="800100" y="571500"/>
                </a:lnTo>
                <a:lnTo>
                  <a:pt x="800100" y="609600"/>
                </a:lnTo>
                <a:lnTo>
                  <a:pt x="685800" y="609600"/>
                </a:lnTo>
                <a:close/>
                <a:moveTo>
                  <a:pt x="838200" y="571500"/>
                </a:moveTo>
                <a:lnTo>
                  <a:pt x="952500" y="571500"/>
                </a:lnTo>
                <a:lnTo>
                  <a:pt x="952500" y="609600"/>
                </a:lnTo>
                <a:lnTo>
                  <a:pt x="838200" y="609600"/>
                </a:lnTo>
                <a:close/>
                <a:moveTo>
                  <a:pt x="1028700" y="571500"/>
                </a:moveTo>
                <a:lnTo>
                  <a:pt x="1104900" y="571500"/>
                </a:lnTo>
                <a:lnTo>
                  <a:pt x="1104900" y="609600"/>
                </a:lnTo>
                <a:lnTo>
                  <a:pt x="1028700" y="609600"/>
                </a:lnTo>
                <a:close/>
                <a:moveTo>
                  <a:pt x="114300" y="609600"/>
                </a:moveTo>
                <a:lnTo>
                  <a:pt x="152400" y="609600"/>
                </a:lnTo>
                <a:lnTo>
                  <a:pt x="152400" y="647700"/>
                </a:lnTo>
                <a:lnTo>
                  <a:pt x="114300" y="647700"/>
                </a:lnTo>
                <a:close/>
                <a:moveTo>
                  <a:pt x="190500" y="609600"/>
                </a:moveTo>
                <a:lnTo>
                  <a:pt x="304800" y="609600"/>
                </a:lnTo>
                <a:lnTo>
                  <a:pt x="304800" y="647700"/>
                </a:lnTo>
                <a:lnTo>
                  <a:pt x="190500" y="647700"/>
                </a:lnTo>
                <a:close/>
                <a:moveTo>
                  <a:pt x="419100" y="609600"/>
                </a:moveTo>
                <a:lnTo>
                  <a:pt x="457200" y="609600"/>
                </a:lnTo>
                <a:lnTo>
                  <a:pt x="457200" y="647700"/>
                </a:lnTo>
                <a:lnTo>
                  <a:pt x="419100" y="647700"/>
                </a:lnTo>
                <a:close/>
                <a:moveTo>
                  <a:pt x="495300" y="609600"/>
                </a:moveTo>
                <a:lnTo>
                  <a:pt x="533400" y="609600"/>
                </a:lnTo>
                <a:lnTo>
                  <a:pt x="533400" y="647700"/>
                </a:lnTo>
                <a:lnTo>
                  <a:pt x="495300" y="647700"/>
                </a:lnTo>
                <a:close/>
                <a:moveTo>
                  <a:pt x="571500" y="609600"/>
                </a:moveTo>
                <a:lnTo>
                  <a:pt x="647700" y="609600"/>
                </a:lnTo>
                <a:lnTo>
                  <a:pt x="647700" y="647700"/>
                </a:lnTo>
                <a:lnTo>
                  <a:pt x="571500" y="647700"/>
                </a:lnTo>
                <a:close/>
                <a:moveTo>
                  <a:pt x="685800" y="609600"/>
                </a:moveTo>
                <a:lnTo>
                  <a:pt x="723900" y="609600"/>
                </a:lnTo>
                <a:lnTo>
                  <a:pt x="723900" y="647700"/>
                </a:lnTo>
                <a:lnTo>
                  <a:pt x="685800" y="647700"/>
                </a:lnTo>
                <a:close/>
                <a:moveTo>
                  <a:pt x="762000" y="609600"/>
                </a:moveTo>
                <a:lnTo>
                  <a:pt x="800100" y="609600"/>
                </a:lnTo>
                <a:lnTo>
                  <a:pt x="800100" y="647700"/>
                </a:lnTo>
                <a:lnTo>
                  <a:pt x="762000" y="647700"/>
                </a:lnTo>
                <a:close/>
                <a:moveTo>
                  <a:pt x="876300" y="609600"/>
                </a:moveTo>
                <a:lnTo>
                  <a:pt x="914400" y="609600"/>
                </a:lnTo>
                <a:lnTo>
                  <a:pt x="914400" y="647700"/>
                </a:lnTo>
                <a:lnTo>
                  <a:pt x="876300" y="647700"/>
                </a:lnTo>
                <a:close/>
                <a:moveTo>
                  <a:pt x="0" y="647700"/>
                </a:moveTo>
                <a:lnTo>
                  <a:pt x="38100" y="647700"/>
                </a:lnTo>
                <a:lnTo>
                  <a:pt x="38100" y="800100"/>
                </a:lnTo>
                <a:lnTo>
                  <a:pt x="0" y="800100"/>
                </a:lnTo>
                <a:close/>
                <a:moveTo>
                  <a:pt x="114300" y="647700"/>
                </a:moveTo>
                <a:lnTo>
                  <a:pt x="190500" y="647700"/>
                </a:lnTo>
                <a:lnTo>
                  <a:pt x="190500" y="685800"/>
                </a:lnTo>
                <a:lnTo>
                  <a:pt x="114300" y="685800"/>
                </a:lnTo>
                <a:close/>
                <a:moveTo>
                  <a:pt x="381000" y="647700"/>
                </a:moveTo>
                <a:lnTo>
                  <a:pt x="419100" y="647700"/>
                </a:lnTo>
                <a:lnTo>
                  <a:pt x="419100" y="685800"/>
                </a:lnTo>
                <a:lnTo>
                  <a:pt x="381000" y="685800"/>
                </a:lnTo>
                <a:close/>
                <a:moveTo>
                  <a:pt x="457200" y="647700"/>
                </a:moveTo>
                <a:lnTo>
                  <a:pt x="495300" y="647700"/>
                </a:lnTo>
                <a:lnTo>
                  <a:pt x="495300" y="685800"/>
                </a:lnTo>
                <a:lnTo>
                  <a:pt x="457200" y="685800"/>
                </a:lnTo>
                <a:close/>
                <a:moveTo>
                  <a:pt x="533400" y="647700"/>
                </a:moveTo>
                <a:lnTo>
                  <a:pt x="609600" y="647700"/>
                </a:lnTo>
                <a:lnTo>
                  <a:pt x="609600" y="685800"/>
                </a:lnTo>
                <a:lnTo>
                  <a:pt x="533400" y="685800"/>
                </a:lnTo>
                <a:close/>
                <a:moveTo>
                  <a:pt x="723900" y="647700"/>
                </a:moveTo>
                <a:lnTo>
                  <a:pt x="800100" y="647700"/>
                </a:lnTo>
                <a:lnTo>
                  <a:pt x="800100" y="685800"/>
                </a:lnTo>
                <a:lnTo>
                  <a:pt x="723900" y="685800"/>
                </a:lnTo>
                <a:close/>
                <a:moveTo>
                  <a:pt x="876300" y="647700"/>
                </a:moveTo>
                <a:lnTo>
                  <a:pt x="990600" y="647700"/>
                </a:lnTo>
                <a:lnTo>
                  <a:pt x="990600" y="685800"/>
                </a:lnTo>
                <a:lnTo>
                  <a:pt x="876300" y="685800"/>
                </a:lnTo>
                <a:close/>
                <a:moveTo>
                  <a:pt x="1028700" y="647700"/>
                </a:moveTo>
                <a:lnTo>
                  <a:pt x="1066800" y="647700"/>
                </a:lnTo>
                <a:lnTo>
                  <a:pt x="1066800" y="685800"/>
                </a:lnTo>
                <a:lnTo>
                  <a:pt x="1028700" y="685800"/>
                </a:lnTo>
                <a:close/>
                <a:moveTo>
                  <a:pt x="76200" y="685800"/>
                </a:moveTo>
                <a:lnTo>
                  <a:pt x="114300" y="685800"/>
                </a:lnTo>
                <a:lnTo>
                  <a:pt x="114300" y="723900"/>
                </a:lnTo>
                <a:lnTo>
                  <a:pt x="76200" y="723900"/>
                </a:lnTo>
                <a:close/>
                <a:moveTo>
                  <a:pt x="152400" y="685800"/>
                </a:moveTo>
                <a:lnTo>
                  <a:pt x="190500" y="685800"/>
                </a:lnTo>
                <a:lnTo>
                  <a:pt x="190500" y="723900"/>
                </a:lnTo>
                <a:lnTo>
                  <a:pt x="152400" y="723900"/>
                </a:lnTo>
                <a:close/>
                <a:moveTo>
                  <a:pt x="228600" y="685800"/>
                </a:moveTo>
                <a:lnTo>
                  <a:pt x="266700" y="685800"/>
                </a:lnTo>
                <a:lnTo>
                  <a:pt x="266700" y="723900"/>
                </a:lnTo>
                <a:lnTo>
                  <a:pt x="228600" y="723900"/>
                </a:lnTo>
                <a:close/>
                <a:moveTo>
                  <a:pt x="304800" y="685800"/>
                </a:moveTo>
                <a:lnTo>
                  <a:pt x="342900" y="685800"/>
                </a:lnTo>
                <a:lnTo>
                  <a:pt x="342900" y="723900"/>
                </a:lnTo>
                <a:lnTo>
                  <a:pt x="304800" y="723900"/>
                </a:lnTo>
                <a:close/>
                <a:moveTo>
                  <a:pt x="495300" y="685800"/>
                </a:moveTo>
                <a:lnTo>
                  <a:pt x="609600" y="685800"/>
                </a:lnTo>
                <a:lnTo>
                  <a:pt x="609600" y="723900"/>
                </a:lnTo>
                <a:lnTo>
                  <a:pt x="495300" y="723900"/>
                </a:lnTo>
                <a:close/>
                <a:moveTo>
                  <a:pt x="723900" y="685800"/>
                </a:moveTo>
                <a:lnTo>
                  <a:pt x="762000" y="685800"/>
                </a:lnTo>
                <a:lnTo>
                  <a:pt x="762000" y="723900"/>
                </a:lnTo>
                <a:lnTo>
                  <a:pt x="723900" y="723900"/>
                </a:lnTo>
                <a:close/>
                <a:moveTo>
                  <a:pt x="952500" y="685800"/>
                </a:moveTo>
                <a:lnTo>
                  <a:pt x="1104900" y="685800"/>
                </a:lnTo>
                <a:lnTo>
                  <a:pt x="1104900" y="723900"/>
                </a:lnTo>
                <a:lnTo>
                  <a:pt x="952500" y="723900"/>
                </a:lnTo>
                <a:close/>
                <a:moveTo>
                  <a:pt x="76200" y="723900"/>
                </a:moveTo>
                <a:lnTo>
                  <a:pt x="228600" y="723900"/>
                </a:lnTo>
                <a:lnTo>
                  <a:pt x="228600" y="762000"/>
                </a:lnTo>
                <a:lnTo>
                  <a:pt x="76200" y="762000"/>
                </a:lnTo>
                <a:close/>
                <a:moveTo>
                  <a:pt x="266700" y="723900"/>
                </a:moveTo>
                <a:lnTo>
                  <a:pt x="342900" y="723900"/>
                </a:lnTo>
                <a:lnTo>
                  <a:pt x="342900" y="762000"/>
                </a:lnTo>
                <a:lnTo>
                  <a:pt x="266700" y="762000"/>
                </a:lnTo>
                <a:close/>
                <a:moveTo>
                  <a:pt x="457200" y="723900"/>
                </a:moveTo>
                <a:lnTo>
                  <a:pt x="495300" y="723900"/>
                </a:lnTo>
                <a:lnTo>
                  <a:pt x="495300" y="800100"/>
                </a:lnTo>
                <a:lnTo>
                  <a:pt x="457200" y="800100"/>
                </a:lnTo>
                <a:close/>
                <a:moveTo>
                  <a:pt x="609600" y="723900"/>
                </a:moveTo>
                <a:lnTo>
                  <a:pt x="647700" y="723900"/>
                </a:lnTo>
                <a:lnTo>
                  <a:pt x="647700" y="762000"/>
                </a:lnTo>
                <a:lnTo>
                  <a:pt x="609600" y="762000"/>
                </a:lnTo>
                <a:close/>
                <a:moveTo>
                  <a:pt x="685800" y="723900"/>
                </a:moveTo>
                <a:lnTo>
                  <a:pt x="952500" y="723900"/>
                </a:lnTo>
                <a:lnTo>
                  <a:pt x="952500" y="762000"/>
                </a:lnTo>
                <a:lnTo>
                  <a:pt x="685800" y="762000"/>
                </a:lnTo>
                <a:close/>
                <a:moveTo>
                  <a:pt x="1028700" y="723900"/>
                </a:moveTo>
                <a:lnTo>
                  <a:pt x="1104900" y="723900"/>
                </a:lnTo>
                <a:lnTo>
                  <a:pt x="1104900" y="762000"/>
                </a:lnTo>
                <a:lnTo>
                  <a:pt x="1028700" y="762000"/>
                </a:lnTo>
                <a:close/>
                <a:moveTo>
                  <a:pt x="76200" y="762000"/>
                </a:moveTo>
                <a:lnTo>
                  <a:pt x="152400" y="762000"/>
                </a:lnTo>
                <a:lnTo>
                  <a:pt x="152400" y="800100"/>
                </a:lnTo>
                <a:lnTo>
                  <a:pt x="76200" y="800100"/>
                </a:lnTo>
                <a:close/>
                <a:moveTo>
                  <a:pt x="190500" y="762000"/>
                </a:moveTo>
                <a:lnTo>
                  <a:pt x="342900" y="762000"/>
                </a:lnTo>
                <a:lnTo>
                  <a:pt x="342900" y="800100"/>
                </a:lnTo>
                <a:lnTo>
                  <a:pt x="190500" y="800100"/>
                </a:lnTo>
                <a:close/>
                <a:moveTo>
                  <a:pt x="533400" y="762000"/>
                </a:moveTo>
                <a:lnTo>
                  <a:pt x="609600" y="762000"/>
                </a:lnTo>
                <a:lnTo>
                  <a:pt x="609600" y="800100"/>
                </a:lnTo>
                <a:lnTo>
                  <a:pt x="533400" y="800100"/>
                </a:lnTo>
                <a:close/>
                <a:moveTo>
                  <a:pt x="685800" y="762000"/>
                </a:moveTo>
                <a:lnTo>
                  <a:pt x="723900" y="762000"/>
                </a:lnTo>
                <a:lnTo>
                  <a:pt x="723900" y="800100"/>
                </a:lnTo>
                <a:lnTo>
                  <a:pt x="685800" y="800100"/>
                </a:lnTo>
                <a:close/>
                <a:moveTo>
                  <a:pt x="762000" y="762000"/>
                </a:moveTo>
                <a:lnTo>
                  <a:pt x="1066800" y="762000"/>
                </a:lnTo>
                <a:lnTo>
                  <a:pt x="1066800" y="800100"/>
                </a:lnTo>
                <a:lnTo>
                  <a:pt x="762000" y="800100"/>
                </a:lnTo>
                <a:close/>
                <a:moveTo>
                  <a:pt x="304800" y="800100"/>
                </a:moveTo>
                <a:lnTo>
                  <a:pt x="419100" y="800100"/>
                </a:lnTo>
                <a:lnTo>
                  <a:pt x="419100" y="838200"/>
                </a:lnTo>
                <a:lnTo>
                  <a:pt x="304800" y="838200"/>
                </a:lnTo>
                <a:close/>
                <a:moveTo>
                  <a:pt x="533400" y="800100"/>
                </a:moveTo>
                <a:lnTo>
                  <a:pt x="571500" y="800100"/>
                </a:lnTo>
                <a:lnTo>
                  <a:pt x="571500" y="838200"/>
                </a:lnTo>
                <a:lnTo>
                  <a:pt x="533400" y="838200"/>
                </a:lnTo>
                <a:close/>
                <a:moveTo>
                  <a:pt x="723900" y="800100"/>
                </a:moveTo>
                <a:lnTo>
                  <a:pt x="800100" y="800100"/>
                </a:lnTo>
                <a:lnTo>
                  <a:pt x="800100" y="876300"/>
                </a:lnTo>
                <a:lnTo>
                  <a:pt x="723900" y="876300"/>
                </a:lnTo>
                <a:close/>
                <a:moveTo>
                  <a:pt x="914400" y="800100"/>
                </a:moveTo>
                <a:lnTo>
                  <a:pt x="952500" y="800100"/>
                </a:lnTo>
                <a:lnTo>
                  <a:pt x="952500" y="838200"/>
                </a:lnTo>
                <a:lnTo>
                  <a:pt x="914400" y="838200"/>
                </a:lnTo>
                <a:close/>
                <a:moveTo>
                  <a:pt x="1028700" y="800100"/>
                </a:moveTo>
                <a:lnTo>
                  <a:pt x="1066800" y="800100"/>
                </a:lnTo>
                <a:lnTo>
                  <a:pt x="1066800" y="838200"/>
                </a:lnTo>
                <a:lnTo>
                  <a:pt x="1028700" y="838200"/>
                </a:lnTo>
                <a:close/>
                <a:moveTo>
                  <a:pt x="0" y="838200"/>
                </a:moveTo>
                <a:lnTo>
                  <a:pt x="266700" y="838200"/>
                </a:lnTo>
                <a:lnTo>
                  <a:pt x="266700" y="876300"/>
                </a:lnTo>
                <a:lnTo>
                  <a:pt x="0" y="876300"/>
                </a:lnTo>
                <a:close/>
                <a:moveTo>
                  <a:pt x="304800" y="838200"/>
                </a:moveTo>
                <a:lnTo>
                  <a:pt x="342900" y="838200"/>
                </a:lnTo>
                <a:lnTo>
                  <a:pt x="342900" y="876300"/>
                </a:lnTo>
                <a:lnTo>
                  <a:pt x="304800" y="876300"/>
                </a:lnTo>
                <a:close/>
                <a:moveTo>
                  <a:pt x="419100" y="838200"/>
                </a:moveTo>
                <a:lnTo>
                  <a:pt x="495300" y="838200"/>
                </a:lnTo>
                <a:lnTo>
                  <a:pt x="495300" y="876300"/>
                </a:lnTo>
                <a:lnTo>
                  <a:pt x="419100" y="876300"/>
                </a:lnTo>
                <a:close/>
                <a:moveTo>
                  <a:pt x="571500" y="838200"/>
                </a:moveTo>
                <a:lnTo>
                  <a:pt x="647700" y="838200"/>
                </a:lnTo>
                <a:lnTo>
                  <a:pt x="647700" y="876300"/>
                </a:lnTo>
                <a:lnTo>
                  <a:pt x="571500" y="876300"/>
                </a:lnTo>
                <a:close/>
                <a:moveTo>
                  <a:pt x="838200" y="838200"/>
                </a:moveTo>
                <a:lnTo>
                  <a:pt x="876300" y="838200"/>
                </a:lnTo>
                <a:lnTo>
                  <a:pt x="876300" y="876300"/>
                </a:lnTo>
                <a:lnTo>
                  <a:pt x="838200" y="876300"/>
                </a:lnTo>
                <a:close/>
                <a:moveTo>
                  <a:pt x="914400" y="838200"/>
                </a:moveTo>
                <a:lnTo>
                  <a:pt x="1028700" y="838200"/>
                </a:lnTo>
                <a:lnTo>
                  <a:pt x="1028700" y="876300"/>
                </a:lnTo>
                <a:lnTo>
                  <a:pt x="914400" y="876300"/>
                </a:lnTo>
                <a:close/>
                <a:moveTo>
                  <a:pt x="0" y="876300"/>
                </a:moveTo>
                <a:lnTo>
                  <a:pt x="38100" y="876300"/>
                </a:lnTo>
                <a:lnTo>
                  <a:pt x="38100" y="1066800"/>
                </a:lnTo>
                <a:lnTo>
                  <a:pt x="0" y="1066800"/>
                </a:lnTo>
                <a:close/>
                <a:moveTo>
                  <a:pt x="228600" y="876300"/>
                </a:moveTo>
                <a:lnTo>
                  <a:pt x="266700" y="876300"/>
                </a:lnTo>
                <a:lnTo>
                  <a:pt x="266700" y="1066800"/>
                </a:lnTo>
                <a:lnTo>
                  <a:pt x="228600" y="1066800"/>
                </a:lnTo>
                <a:close/>
                <a:moveTo>
                  <a:pt x="342900" y="876300"/>
                </a:moveTo>
                <a:lnTo>
                  <a:pt x="457200" y="876300"/>
                </a:lnTo>
                <a:lnTo>
                  <a:pt x="457200" y="914400"/>
                </a:lnTo>
                <a:lnTo>
                  <a:pt x="342900" y="914400"/>
                </a:lnTo>
                <a:close/>
                <a:moveTo>
                  <a:pt x="609600" y="876300"/>
                </a:moveTo>
                <a:lnTo>
                  <a:pt x="647700" y="876300"/>
                </a:lnTo>
                <a:lnTo>
                  <a:pt x="647700" y="914400"/>
                </a:lnTo>
                <a:lnTo>
                  <a:pt x="609600" y="914400"/>
                </a:lnTo>
                <a:close/>
                <a:moveTo>
                  <a:pt x="762000" y="876300"/>
                </a:moveTo>
                <a:lnTo>
                  <a:pt x="800100" y="876300"/>
                </a:lnTo>
                <a:lnTo>
                  <a:pt x="800100" y="914400"/>
                </a:lnTo>
                <a:lnTo>
                  <a:pt x="762000" y="914400"/>
                </a:lnTo>
                <a:close/>
                <a:moveTo>
                  <a:pt x="914400" y="876300"/>
                </a:moveTo>
                <a:lnTo>
                  <a:pt x="952500" y="876300"/>
                </a:lnTo>
                <a:lnTo>
                  <a:pt x="952500" y="914400"/>
                </a:lnTo>
                <a:lnTo>
                  <a:pt x="914400" y="914400"/>
                </a:lnTo>
                <a:close/>
                <a:moveTo>
                  <a:pt x="990600" y="876300"/>
                </a:moveTo>
                <a:lnTo>
                  <a:pt x="1104900" y="876300"/>
                </a:lnTo>
                <a:lnTo>
                  <a:pt x="1104900" y="952500"/>
                </a:lnTo>
                <a:lnTo>
                  <a:pt x="990600" y="952500"/>
                </a:lnTo>
                <a:close/>
                <a:moveTo>
                  <a:pt x="76200" y="914400"/>
                </a:moveTo>
                <a:lnTo>
                  <a:pt x="190500" y="914400"/>
                </a:lnTo>
                <a:lnTo>
                  <a:pt x="190500" y="1028700"/>
                </a:lnTo>
                <a:lnTo>
                  <a:pt x="76200" y="1028700"/>
                </a:lnTo>
                <a:close/>
                <a:moveTo>
                  <a:pt x="304800" y="914400"/>
                </a:moveTo>
                <a:lnTo>
                  <a:pt x="457200" y="914400"/>
                </a:lnTo>
                <a:lnTo>
                  <a:pt x="457200" y="952500"/>
                </a:lnTo>
                <a:lnTo>
                  <a:pt x="304800" y="952500"/>
                </a:lnTo>
                <a:close/>
                <a:moveTo>
                  <a:pt x="571500" y="914400"/>
                </a:moveTo>
                <a:lnTo>
                  <a:pt x="685800" y="914400"/>
                </a:lnTo>
                <a:lnTo>
                  <a:pt x="685800" y="952500"/>
                </a:lnTo>
                <a:lnTo>
                  <a:pt x="571500" y="952500"/>
                </a:lnTo>
                <a:close/>
                <a:moveTo>
                  <a:pt x="762000" y="914400"/>
                </a:moveTo>
                <a:lnTo>
                  <a:pt x="952500" y="914400"/>
                </a:lnTo>
                <a:lnTo>
                  <a:pt x="952500" y="952500"/>
                </a:lnTo>
                <a:lnTo>
                  <a:pt x="762000" y="952500"/>
                </a:lnTo>
                <a:close/>
                <a:moveTo>
                  <a:pt x="304800" y="952500"/>
                </a:moveTo>
                <a:lnTo>
                  <a:pt x="381000" y="952500"/>
                </a:lnTo>
                <a:lnTo>
                  <a:pt x="381000" y="990600"/>
                </a:lnTo>
                <a:lnTo>
                  <a:pt x="304800" y="990600"/>
                </a:lnTo>
                <a:close/>
                <a:moveTo>
                  <a:pt x="457200" y="952500"/>
                </a:moveTo>
                <a:lnTo>
                  <a:pt x="533400" y="952500"/>
                </a:lnTo>
                <a:lnTo>
                  <a:pt x="533400" y="990600"/>
                </a:lnTo>
                <a:lnTo>
                  <a:pt x="457200" y="990600"/>
                </a:lnTo>
                <a:close/>
                <a:moveTo>
                  <a:pt x="609600" y="952500"/>
                </a:moveTo>
                <a:lnTo>
                  <a:pt x="647700" y="952500"/>
                </a:lnTo>
                <a:lnTo>
                  <a:pt x="647700" y="990600"/>
                </a:lnTo>
                <a:lnTo>
                  <a:pt x="609600" y="990600"/>
                </a:lnTo>
                <a:close/>
                <a:moveTo>
                  <a:pt x="685800" y="952500"/>
                </a:moveTo>
                <a:lnTo>
                  <a:pt x="723900" y="952500"/>
                </a:lnTo>
                <a:lnTo>
                  <a:pt x="723900" y="990600"/>
                </a:lnTo>
                <a:lnTo>
                  <a:pt x="685800" y="990600"/>
                </a:lnTo>
                <a:close/>
                <a:moveTo>
                  <a:pt x="762000" y="952500"/>
                </a:moveTo>
                <a:lnTo>
                  <a:pt x="838200" y="952500"/>
                </a:lnTo>
                <a:lnTo>
                  <a:pt x="838200" y="990600"/>
                </a:lnTo>
                <a:lnTo>
                  <a:pt x="762000" y="990600"/>
                </a:lnTo>
                <a:close/>
                <a:moveTo>
                  <a:pt x="876300" y="952500"/>
                </a:moveTo>
                <a:lnTo>
                  <a:pt x="914400" y="952500"/>
                </a:lnTo>
                <a:lnTo>
                  <a:pt x="914400" y="990600"/>
                </a:lnTo>
                <a:lnTo>
                  <a:pt x="876300" y="990600"/>
                </a:lnTo>
                <a:close/>
                <a:moveTo>
                  <a:pt x="304800" y="990600"/>
                </a:moveTo>
                <a:lnTo>
                  <a:pt x="342900" y="990600"/>
                </a:lnTo>
                <a:lnTo>
                  <a:pt x="342900" y="1066800"/>
                </a:lnTo>
                <a:lnTo>
                  <a:pt x="304800" y="1066800"/>
                </a:lnTo>
                <a:close/>
                <a:moveTo>
                  <a:pt x="381000" y="990600"/>
                </a:moveTo>
                <a:lnTo>
                  <a:pt x="419100" y="990600"/>
                </a:lnTo>
                <a:lnTo>
                  <a:pt x="419100" y="1028700"/>
                </a:lnTo>
                <a:lnTo>
                  <a:pt x="381000" y="1028700"/>
                </a:lnTo>
                <a:close/>
                <a:moveTo>
                  <a:pt x="495300" y="990600"/>
                </a:moveTo>
                <a:lnTo>
                  <a:pt x="609600" y="990600"/>
                </a:lnTo>
                <a:lnTo>
                  <a:pt x="609600" y="1028700"/>
                </a:lnTo>
                <a:lnTo>
                  <a:pt x="495300" y="1028700"/>
                </a:lnTo>
                <a:close/>
                <a:moveTo>
                  <a:pt x="647700" y="990600"/>
                </a:moveTo>
                <a:lnTo>
                  <a:pt x="762000" y="990600"/>
                </a:lnTo>
                <a:lnTo>
                  <a:pt x="762000" y="1028700"/>
                </a:lnTo>
                <a:lnTo>
                  <a:pt x="647700" y="1028700"/>
                </a:lnTo>
                <a:close/>
                <a:moveTo>
                  <a:pt x="800100" y="990600"/>
                </a:moveTo>
                <a:lnTo>
                  <a:pt x="914400" y="990600"/>
                </a:lnTo>
                <a:lnTo>
                  <a:pt x="914400" y="1028700"/>
                </a:lnTo>
                <a:lnTo>
                  <a:pt x="800100" y="1028700"/>
                </a:lnTo>
                <a:close/>
                <a:moveTo>
                  <a:pt x="990600" y="990600"/>
                </a:moveTo>
                <a:lnTo>
                  <a:pt x="1066800" y="990600"/>
                </a:lnTo>
                <a:lnTo>
                  <a:pt x="1066800" y="1028700"/>
                </a:lnTo>
                <a:lnTo>
                  <a:pt x="990600" y="1028700"/>
                </a:lnTo>
                <a:close/>
                <a:moveTo>
                  <a:pt x="457200" y="1028700"/>
                </a:moveTo>
                <a:lnTo>
                  <a:pt x="533400" y="1028700"/>
                </a:lnTo>
                <a:lnTo>
                  <a:pt x="533400" y="1066800"/>
                </a:lnTo>
                <a:lnTo>
                  <a:pt x="457200" y="1066800"/>
                </a:lnTo>
                <a:close/>
                <a:moveTo>
                  <a:pt x="571500" y="1028700"/>
                </a:moveTo>
                <a:lnTo>
                  <a:pt x="723900" y="1028700"/>
                </a:lnTo>
                <a:lnTo>
                  <a:pt x="723900" y="1066800"/>
                </a:lnTo>
                <a:lnTo>
                  <a:pt x="571500" y="1066800"/>
                </a:lnTo>
                <a:close/>
                <a:moveTo>
                  <a:pt x="762000" y="1028700"/>
                </a:moveTo>
                <a:lnTo>
                  <a:pt x="838200" y="1028700"/>
                </a:lnTo>
                <a:lnTo>
                  <a:pt x="838200" y="1066800"/>
                </a:lnTo>
                <a:lnTo>
                  <a:pt x="762000" y="1066800"/>
                </a:lnTo>
                <a:close/>
                <a:moveTo>
                  <a:pt x="952500" y="1028700"/>
                </a:moveTo>
                <a:lnTo>
                  <a:pt x="1028700" y="1028700"/>
                </a:lnTo>
                <a:lnTo>
                  <a:pt x="1028700" y="1066800"/>
                </a:lnTo>
                <a:lnTo>
                  <a:pt x="952500" y="1066800"/>
                </a:lnTo>
                <a:close/>
                <a:moveTo>
                  <a:pt x="1066800" y="1028700"/>
                </a:moveTo>
                <a:lnTo>
                  <a:pt x="1104900" y="1028700"/>
                </a:lnTo>
                <a:lnTo>
                  <a:pt x="1104900" y="1066800"/>
                </a:lnTo>
                <a:lnTo>
                  <a:pt x="1066800" y="1066800"/>
                </a:lnTo>
                <a:close/>
                <a:moveTo>
                  <a:pt x="0" y="1066800"/>
                </a:moveTo>
                <a:lnTo>
                  <a:pt x="266700" y="1066800"/>
                </a:lnTo>
                <a:lnTo>
                  <a:pt x="266700" y="1104900"/>
                </a:lnTo>
                <a:lnTo>
                  <a:pt x="0" y="1104900"/>
                </a:lnTo>
                <a:close/>
                <a:moveTo>
                  <a:pt x="304800" y="1066800"/>
                </a:moveTo>
                <a:lnTo>
                  <a:pt x="381000" y="1066800"/>
                </a:lnTo>
                <a:lnTo>
                  <a:pt x="381000" y="1104900"/>
                </a:lnTo>
                <a:lnTo>
                  <a:pt x="304800" y="1104900"/>
                </a:lnTo>
                <a:close/>
                <a:moveTo>
                  <a:pt x="457200" y="1066800"/>
                </a:moveTo>
                <a:lnTo>
                  <a:pt x="495300" y="1066800"/>
                </a:lnTo>
                <a:lnTo>
                  <a:pt x="495300" y="1104900"/>
                </a:lnTo>
                <a:lnTo>
                  <a:pt x="457200" y="1104900"/>
                </a:lnTo>
                <a:close/>
                <a:moveTo>
                  <a:pt x="533400" y="1066800"/>
                </a:moveTo>
                <a:lnTo>
                  <a:pt x="685800" y="1066800"/>
                </a:lnTo>
                <a:lnTo>
                  <a:pt x="685800" y="1104900"/>
                </a:lnTo>
                <a:lnTo>
                  <a:pt x="533400" y="1104900"/>
                </a:lnTo>
                <a:close/>
                <a:moveTo>
                  <a:pt x="723900" y="1066800"/>
                </a:moveTo>
                <a:lnTo>
                  <a:pt x="876300" y="1066800"/>
                </a:lnTo>
                <a:lnTo>
                  <a:pt x="876300" y="1104900"/>
                </a:lnTo>
                <a:lnTo>
                  <a:pt x="723900" y="1104900"/>
                </a:lnTo>
                <a:close/>
                <a:moveTo>
                  <a:pt x="914400" y="1066800"/>
                </a:moveTo>
                <a:lnTo>
                  <a:pt x="1028700" y="1066800"/>
                </a:lnTo>
                <a:lnTo>
                  <a:pt x="1028700" y="1104900"/>
                </a:lnTo>
                <a:lnTo>
                  <a:pt x="914400" y="1104900"/>
                </a:lnTo>
                <a:close/>
              </a:path>
            </a:pathLst>
          </a:custGeom>
          <a:solidFill>
            <a:srgbClr val="14505F"/>
          </a:solidFill>
          <a:ln>
            <a:noFill/>
          </a:ln>
        </p:spPr>
      </p:sp>
      <p:sp>
        <p:nvSpPr>
          <p:cNvPr name="GraphCompose Text Line" id="32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1800" y="5146516"/>
            <a:ext cx="664166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1800" y="5146516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635000" y="5309284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617727"/>
            <a:ext cx="599721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below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are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5782192"/>
            <a:ext cx="62365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5946657"/>
            <a:ext cx="56190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635000" y="6111122"/>
            <a:ext cx="523819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635000" y="6275587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31800" y="6813917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431800" y="7109802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4"/>
          <p:cNvSpPr/>
          <p:nvPr/>
        </p:nvSpPr>
        <p:spPr>
          <a:xfrm>
            <a:off x="431800" y="7485285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1193800" y="7485285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3413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4429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5445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431800" y="7800086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1193800" y="7800086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3413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4429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5445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431800" y="8089487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1193800" y="8089487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3413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4429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5445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431800" y="8378889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1193800" y="8378889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3413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4429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5445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431800" y="8668290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1193800" y="8668290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3413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4429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5445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431800" y="8957691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1193800" y="8957691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3413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4429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5445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431800" y="9247092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1193800" y="9247092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3413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4429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5445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431800" y="9536494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1193800" y="9536494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3413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4429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5445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4"/>
          <p:cNvCxnSpPr/>
          <p:nvPr/>
        </p:nvCxnSpPr>
        <p:spPr>
          <a:xfrm>
            <a:off x="431800" y="748528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431800" y="7800086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431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1193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546100" y="7564290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1191260" y="748528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1191260" y="7800086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1"/>
          <p:cNvCxnSpPr/>
          <p:nvPr/>
        </p:nvCxnSpPr>
        <p:spPr>
          <a:xfrm>
            <a:off x="3413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2"/>
          <p:cNvSpPr txBox="true"/>
          <p:nvPr/>
        </p:nvSpPr>
        <p:spPr>
          <a:xfrm>
            <a:off x="1308100" y="7564290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3"/>
          <p:cNvCxnSpPr/>
          <p:nvPr/>
        </p:nvCxnSpPr>
        <p:spPr>
          <a:xfrm>
            <a:off x="3411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4"/>
          <p:cNvCxnSpPr/>
          <p:nvPr/>
        </p:nvCxnSpPr>
        <p:spPr>
          <a:xfrm>
            <a:off x="3411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4429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3528028" y="7564290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7"/>
          <p:cNvCxnSpPr/>
          <p:nvPr/>
        </p:nvCxnSpPr>
        <p:spPr>
          <a:xfrm>
            <a:off x="4427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8"/>
          <p:cNvCxnSpPr/>
          <p:nvPr/>
        </p:nvCxnSpPr>
        <p:spPr>
          <a:xfrm>
            <a:off x="4427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5445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0"/>
          <p:cNvSpPr txBox="true"/>
          <p:nvPr/>
        </p:nvSpPr>
        <p:spPr>
          <a:xfrm>
            <a:off x="4544028" y="7564290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01"/>
          <p:cNvCxnSpPr/>
          <p:nvPr/>
        </p:nvCxnSpPr>
        <p:spPr>
          <a:xfrm>
            <a:off x="5443188" y="748528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2"/>
          <p:cNvCxnSpPr/>
          <p:nvPr/>
        </p:nvCxnSpPr>
        <p:spPr>
          <a:xfrm>
            <a:off x="5443188" y="7800086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3"/>
          <p:cNvCxnSpPr/>
          <p:nvPr/>
        </p:nvCxnSpPr>
        <p:spPr>
          <a:xfrm>
            <a:off x="6461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4"/>
          <p:cNvSpPr txBox="true"/>
          <p:nvPr/>
        </p:nvSpPr>
        <p:spPr>
          <a:xfrm>
            <a:off x="5560028" y="7564290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5"/>
          <p:cNvCxnSpPr/>
          <p:nvPr/>
        </p:nvCxnSpPr>
        <p:spPr>
          <a:xfrm>
            <a:off x="431800" y="808948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6"/>
          <p:cNvCxnSpPr/>
          <p:nvPr/>
        </p:nvCxnSpPr>
        <p:spPr>
          <a:xfrm>
            <a:off x="431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7"/>
          <p:cNvCxnSpPr/>
          <p:nvPr/>
        </p:nvCxnSpPr>
        <p:spPr>
          <a:xfrm>
            <a:off x="1193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8"/>
          <p:cNvSpPr txBox="true"/>
          <p:nvPr/>
        </p:nvSpPr>
        <p:spPr>
          <a:xfrm>
            <a:off x="546100" y="786639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9"/>
          <p:cNvCxnSpPr/>
          <p:nvPr/>
        </p:nvCxnSpPr>
        <p:spPr>
          <a:xfrm>
            <a:off x="1191260" y="808948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0"/>
          <p:cNvCxnSpPr/>
          <p:nvPr/>
        </p:nvCxnSpPr>
        <p:spPr>
          <a:xfrm>
            <a:off x="3413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1"/>
          <p:cNvSpPr txBox="true"/>
          <p:nvPr/>
        </p:nvSpPr>
        <p:spPr>
          <a:xfrm>
            <a:off x="1308100" y="7866392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2"/>
          <p:cNvCxnSpPr/>
          <p:nvPr/>
        </p:nvCxnSpPr>
        <p:spPr>
          <a:xfrm>
            <a:off x="3411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4429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3528028" y="786639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4427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5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7"/>
          <p:cNvSpPr txBox="true"/>
          <p:nvPr/>
        </p:nvSpPr>
        <p:spPr>
          <a:xfrm>
            <a:off x="4544028" y="7866392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8"/>
          <p:cNvCxnSpPr/>
          <p:nvPr/>
        </p:nvCxnSpPr>
        <p:spPr>
          <a:xfrm>
            <a:off x="5443188" y="808948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9"/>
          <p:cNvCxnSpPr/>
          <p:nvPr/>
        </p:nvCxnSpPr>
        <p:spPr>
          <a:xfrm>
            <a:off x="6461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0"/>
          <p:cNvSpPr txBox="true"/>
          <p:nvPr/>
        </p:nvSpPr>
        <p:spPr>
          <a:xfrm>
            <a:off x="5560028" y="786639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21"/>
          <p:cNvCxnSpPr/>
          <p:nvPr/>
        </p:nvCxnSpPr>
        <p:spPr>
          <a:xfrm>
            <a:off x="431800" y="837888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431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3"/>
          <p:cNvCxnSpPr/>
          <p:nvPr/>
        </p:nvCxnSpPr>
        <p:spPr>
          <a:xfrm>
            <a:off x="1193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4"/>
          <p:cNvSpPr txBox="true"/>
          <p:nvPr/>
        </p:nvSpPr>
        <p:spPr>
          <a:xfrm>
            <a:off x="546100" y="815579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5"/>
          <p:cNvCxnSpPr/>
          <p:nvPr/>
        </p:nvCxnSpPr>
        <p:spPr>
          <a:xfrm>
            <a:off x="1191260" y="837888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6"/>
          <p:cNvCxnSpPr/>
          <p:nvPr/>
        </p:nvCxnSpPr>
        <p:spPr>
          <a:xfrm>
            <a:off x="3413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7"/>
          <p:cNvSpPr txBox="true"/>
          <p:nvPr/>
        </p:nvSpPr>
        <p:spPr>
          <a:xfrm>
            <a:off x="1308100" y="815579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8"/>
          <p:cNvCxnSpPr/>
          <p:nvPr/>
        </p:nvCxnSpPr>
        <p:spPr>
          <a:xfrm>
            <a:off x="3411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9"/>
          <p:cNvCxnSpPr/>
          <p:nvPr/>
        </p:nvCxnSpPr>
        <p:spPr>
          <a:xfrm>
            <a:off x="4429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0"/>
          <p:cNvSpPr txBox="true"/>
          <p:nvPr/>
        </p:nvSpPr>
        <p:spPr>
          <a:xfrm>
            <a:off x="3528028" y="815579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31"/>
          <p:cNvCxnSpPr/>
          <p:nvPr/>
        </p:nvCxnSpPr>
        <p:spPr>
          <a:xfrm>
            <a:off x="4427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2"/>
          <p:cNvCxnSpPr/>
          <p:nvPr/>
        </p:nvCxnSpPr>
        <p:spPr>
          <a:xfrm>
            <a:off x="5445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3"/>
          <p:cNvSpPr txBox="true"/>
          <p:nvPr/>
        </p:nvSpPr>
        <p:spPr>
          <a:xfrm>
            <a:off x="4544028" y="8155793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4"/>
          <p:cNvCxnSpPr/>
          <p:nvPr/>
        </p:nvCxnSpPr>
        <p:spPr>
          <a:xfrm>
            <a:off x="5443188" y="837888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5"/>
          <p:cNvCxnSpPr/>
          <p:nvPr/>
        </p:nvCxnSpPr>
        <p:spPr>
          <a:xfrm>
            <a:off x="6461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6"/>
          <p:cNvSpPr txBox="true"/>
          <p:nvPr/>
        </p:nvSpPr>
        <p:spPr>
          <a:xfrm>
            <a:off x="5560028" y="815579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7"/>
          <p:cNvCxnSpPr/>
          <p:nvPr/>
        </p:nvCxnSpPr>
        <p:spPr>
          <a:xfrm>
            <a:off x="431800" y="866829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431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9"/>
          <p:cNvCxnSpPr/>
          <p:nvPr/>
        </p:nvCxnSpPr>
        <p:spPr>
          <a:xfrm>
            <a:off x="1193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0"/>
          <p:cNvSpPr txBox="true"/>
          <p:nvPr/>
        </p:nvSpPr>
        <p:spPr>
          <a:xfrm>
            <a:off x="546100" y="844519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41"/>
          <p:cNvCxnSpPr/>
          <p:nvPr/>
        </p:nvCxnSpPr>
        <p:spPr>
          <a:xfrm>
            <a:off x="1191260" y="866829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2"/>
          <p:cNvCxnSpPr/>
          <p:nvPr/>
        </p:nvCxnSpPr>
        <p:spPr>
          <a:xfrm>
            <a:off x="3413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3"/>
          <p:cNvSpPr txBox="true"/>
          <p:nvPr/>
        </p:nvSpPr>
        <p:spPr>
          <a:xfrm>
            <a:off x="1308100" y="844519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4"/>
          <p:cNvCxnSpPr/>
          <p:nvPr/>
        </p:nvCxnSpPr>
        <p:spPr>
          <a:xfrm>
            <a:off x="3411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5"/>
          <p:cNvCxnSpPr/>
          <p:nvPr/>
        </p:nvCxnSpPr>
        <p:spPr>
          <a:xfrm>
            <a:off x="4429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6"/>
          <p:cNvSpPr txBox="true"/>
          <p:nvPr/>
        </p:nvSpPr>
        <p:spPr>
          <a:xfrm>
            <a:off x="3528028" y="844519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7"/>
          <p:cNvCxnSpPr/>
          <p:nvPr/>
        </p:nvCxnSpPr>
        <p:spPr>
          <a:xfrm>
            <a:off x="4427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8"/>
          <p:cNvCxnSpPr/>
          <p:nvPr/>
        </p:nvCxnSpPr>
        <p:spPr>
          <a:xfrm>
            <a:off x="5445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9"/>
          <p:cNvSpPr txBox="true"/>
          <p:nvPr/>
        </p:nvSpPr>
        <p:spPr>
          <a:xfrm>
            <a:off x="4544028" y="8445194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50"/>
          <p:cNvCxnSpPr/>
          <p:nvPr/>
        </p:nvCxnSpPr>
        <p:spPr>
          <a:xfrm>
            <a:off x="5443188" y="866829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1"/>
          <p:cNvCxnSpPr/>
          <p:nvPr/>
        </p:nvCxnSpPr>
        <p:spPr>
          <a:xfrm>
            <a:off x="6461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2"/>
          <p:cNvSpPr txBox="true"/>
          <p:nvPr/>
        </p:nvSpPr>
        <p:spPr>
          <a:xfrm>
            <a:off x="5560028" y="844519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3"/>
          <p:cNvCxnSpPr/>
          <p:nvPr/>
        </p:nvCxnSpPr>
        <p:spPr>
          <a:xfrm>
            <a:off x="431800" y="895769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4"/>
          <p:cNvCxnSpPr/>
          <p:nvPr/>
        </p:nvCxnSpPr>
        <p:spPr>
          <a:xfrm>
            <a:off x="431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5"/>
          <p:cNvCxnSpPr/>
          <p:nvPr/>
        </p:nvCxnSpPr>
        <p:spPr>
          <a:xfrm>
            <a:off x="1193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6"/>
          <p:cNvSpPr txBox="true"/>
          <p:nvPr/>
        </p:nvSpPr>
        <p:spPr>
          <a:xfrm>
            <a:off x="546100" y="873459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7"/>
          <p:cNvCxnSpPr/>
          <p:nvPr/>
        </p:nvCxnSpPr>
        <p:spPr>
          <a:xfrm>
            <a:off x="1191260" y="895769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8"/>
          <p:cNvCxnSpPr/>
          <p:nvPr/>
        </p:nvCxnSpPr>
        <p:spPr>
          <a:xfrm>
            <a:off x="3413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9"/>
          <p:cNvSpPr txBox="true"/>
          <p:nvPr/>
        </p:nvSpPr>
        <p:spPr>
          <a:xfrm>
            <a:off x="1308100" y="873459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60"/>
          <p:cNvCxnSpPr/>
          <p:nvPr/>
        </p:nvCxnSpPr>
        <p:spPr>
          <a:xfrm>
            <a:off x="3411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1"/>
          <p:cNvCxnSpPr/>
          <p:nvPr/>
        </p:nvCxnSpPr>
        <p:spPr>
          <a:xfrm>
            <a:off x="4429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2"/>
          <p:cNvSpPr txBox="true"/>
          <p:nvPr/>
        </p:nvSpPr>
        <p:spPr>
          <a:xfrm>
            <a:off x="3528028" y="873459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3"/>
          <p:cNvCxnSpPr/>
          <p:nvPr/>
        </p:nvCxnSpPr>
        <p:spPr>
          <a:xfrm>
            <a:off x="4427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4"/>
          <p:cNvCxnSpPr/>
          <p:nvPr/>
        </p:nvCxnSpPr>
        <p:spPr>
          <a:xfrm>
            <a:off x="5445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5"/>
          <p:cNvSpPr txBox="true"/>
          <p:nvPr/>
        </p:nvSpPr>
        <p:spPr>
          <a:xfrm>
            <a:off x="4544028" y="8734595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6"/>
          <p:cNvCxnSpPr/>
          <p:nvPr/>
        </p:nvCxnSpPr>
        <p:spPr>
          <a:xfrm>
            <a:off x="5443188" y="895769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7"/>
          <p:cNvCxnSpPr/>
          <p:nvPr/>
        </p:nvCxnSpPr>
        <p:spPr>
          <a:xfrm>
            <a:off x="6461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8"/>
          <p:cNvSpPr txBox="true"/>
          <p:nvPr/>
        </p:nvSpPr>
        <p:spPr>
          <a:xfrm>
            <a:off x="5560028" y="873459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9"/>
          <p:cNvCxnSpPr/>
          <p:nvPr/>
        </p:nvCxnSpPr>
        <p:spPr>
          <a:xfrm>
            <a:off x="431800" y="924709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0"/>
          <p:cNvCxnSpPr/>
          <p:nvPr/>
        </p:nvCxnSpPr>
        <p:spPr>
          <a:xfrm>
            <a:off x="431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1"/>
          <p:cNvCxnSpPr/>
          <p:nvPr/>
        </p:nvCxnSpPr>
        <p:spPr>
          <a:xfrm>
            <a:off x="1193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2"/>
          <p:cNvSpPr txBox="true"/>
          <p:nvPr/>
        </p:nvSpPr>
        <p:spPr>
          <a:xfrm>
            <a:off x="546100" y="902399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3"/>
          <p:cNvCxnSpPr/>
          <p:nvPr/>
        </p:nvCxnSpPr>
        <p:spPr>
          <a:xfrm>
            <a:off x="1191260" y="924709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4"/>
          <p:cNvCxnSpPr/>
          <p:nvPr/>
        </p:nvCxnSpPr>
        <p:spPr>
          <a:xfrm>
            <a:off x="3413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5"/>
          <p:cNvSpPr txBox="true"/>
          <p:nvPr/>
        </p:nvSpPr>
        <p:spPr>
          <a:xfrm>
            <a:off x="1308100" y="902399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6"/>
          <p:cNvCxnSpPr/>
          <p:nvPr/>
        </p:nvCxnSpPr>
        <p:spPr>
          <a:xfrm>
            <a:off x="3411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7"/>
          <p:cNvCxnSpPr/>
          <p:nvPr/>
        </p:nvCxnSpPr>
        <p:spPr>
          <a:xfrm>
            <a:off x="4429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8"/>
          <p:cNvSpPr txBox="true"/>
          <p:nvPr/>
        </p:nvSpPr>
        <p:spPr>
          <a:xfrm>
            <a:off x="3528028" y="902399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9"/>
          <p:cNvCxnSpPr/>
          <p:nvPr/>
        </p:nvCxnSpPr>
        <p:spPr>
          <a:xfrm>
            <a:off x="4427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0"/>
          <p:cNvCxnSpPr/>
          <p:nvPr/>
        </p:nvCxnSpPr>
        <p:spPr>
          <a:xfrm>
            <a:off x="5445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1"/>
          <p:cNvSpPr txBox="true"/>
          <p:nvPr/>
        </p:nvSpPr>
        <p:spPr>
          <a:xfrm>
            <a:off x="4544028" y="902399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2"/>
          <p:cNvCxnSpPr/>
          <p:nvPr/>
        </p:nvCxnSpPr>
        <p:spPr>
          <a:xfrm>
            <a:off x="5443188" y="924709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3"/>
          <p:cNvCxnSpPr/>
          <p:nvPr/>
        </p:nvCxnSpPr>
        <p:spPr>
          <a:xfrm>
            <a:off x="6461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4"/>
          <p:cNvSpPr txBox="true"/>
          <p:nvPr/>
        </p:nvSpPr>
        <p:spPr>
          <a:xfrm>
            <a:off x="5560028" y="902399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5"/>
          <p:cNvCxnSpPr/>
          <p:nvPr/>
        </p:nvCxnSpPr>
        <p:spPr>
          <a:xfrm>
            <a:off x="431800" y="953649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6"/>
          <p:cNvCxnSpPr/>
          <p:nvPr/>
        </p:nvCxnSpPr>
        <p:spPr>
          <a:xfrm>
            <a:off x="431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7"/>
          <p:cNvCxnSpPr/>
          <p:nvPr/>
        </p:nvCxnSpPr>
        <p:spPr>
          <a:xfrm>
            <a:off x="1193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8"/>
          <p:cNvSpPr txBox="true"/>
          <p:nvPr/>
        </p:nvSpPr>
        <p:spPr>
          <a:xfrm>
            <a:off x="546100" y="931339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9"/>
          <p:cNvCxnSpPr/>
          <p:nvPr/>
        </p:nvCxnSpPr>
        <p:spPr>
          <a:xfrm>
            <a:off x="1191260" y="953649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0"/>
          <p:cNvCxnSpPr/>
          <p:nvPr/>
        </p:nvCxnSpPr>
        <p:spPr>
          <a:xfrm>
            <a:off x="3413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1"/>
          <p:cNvSpPr txBox="true"/>
          <p:nvPr/>
        </p:nvSpPr>
        <p:spPr>
          <a:xfrm>
            <a:off x="1308100" y="931339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2"/>
          <p:cNvCxnSpPr/>
          <p:nvPr/>
        </p:nvCxnSpPr>
        <p:spPr>
          <a:xfrm>
            <a:off x="3411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3"/>
          <p:cNvCxnSpPr/>
          <p:nvPr/>
        </p:nvCxnSpPr>
        <p:spPr>
          <a:xfrm>
            <a:off x="4429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4"/>
          <p:cNvSpPr txBox="true"/>
          <p:nvPr/>
        </p:nvSpPr>
        <p:spPr>
          <a:xfrm>
            <a:off x="3528028" y="931339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5"/>
          <p:cNvCxnSpPr/>
          <p:nvPr/>
        </p:nvCxnSpPr>
        <p:spPr>
          <a:xfrm>
            <a:off x="4427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6"/>
          <p:cNvCxnSpPr/>
          <p:nvPr/>
        </p:nvCxnSpPr>
        <p:spPr>
          <a:xfrm>
            <a:off x="5445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7"/>
          <p:cNvSpPr txBox="true"/>
          <p:nvPr/>
        </p:nvSpPr>
        <p:spPr>
          <a:xfrm>
            <a:off x="4544028" y="931339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8"/>
          <p:cNvCxnSpPr/>
          <p:nvPr/>
        </p:nvCxnSpPr>
        <p:spPr>
          <a:xfrm>
            <a:off x="5443188" y="953649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9"/>
          <p:cNvCxnSpPr/>
          <p:nvPr/>
        </p:nvCxnSpPr>
        <p:spPr>
          <a:xfrm>
            <a:off x="6461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0"/>
          <p:cNvSpPr txBox="true"/>
          <p:nvPr/>
        </p:nvSpPr>
        <p:spPr>
          <a:xfrm>
            <a:off x="5560028" y="931339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201"/>
          <p:cNvCxnSpPr/>
          <p:nvPr/>
        </p:nvCxnSpPr>
        <p:spPr>
          <a:xfrm>
            <a:off x="431800" y="982589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2"/>
          <p:cNvCxnSpPr/>
          <p:nvPr/>
        </p:nvCxnSpPr>
        <p:spPr>
          <a:xfrm>
            <a:off x="431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3"/>
          <p:cNvCxnSpPr/>
          <p:nvPr/>
        </p:nvCxnSpPr>
        <p:spPr>
          <a:xfrm>
            <a:off x="1193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4"/>
          <p:cNvSpPr txBox="true"/>
          <p:nvPr/>
        </p:nvSpPr>
        <p:spPr>
          <a:xfrm>
            <a:off x="546100" y="96027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5"/>
          <p:cNvCxnSpPr/>
          <p:nvPr/>
        </p:nvCxnSpPr>
        <p:spPr>
          <a:xfrm>
            <a:off x="1191260" y="982589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6"/>
          <p:cNvCxnSpPr/>
          <p:nvPr/>
        </p:nvCxnSpPr>
        <p:spPr>
          <a:xfrm>
            <a:off x="3413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7"/>
          <p:cNvSpPr txBox="true"/>
          <p:nvPr/>
        </p:nvSpPr>
        <p:spPr>
          <a:xfrm>
            <a:off x="1308100" y="9602799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8"/>
          <p:cNvCxnSpPr/>
          <p:nvPr/>
        </p:nvCxnSpPr>
        <p:spPr>
          <a:xfrm>
            <a:off x="3411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9"/>
          <p:cNvCxnSpPr/>
          <p:nvPr/>
        </p:nvCxnSpPr>
        <p:spPr>
          <a:xfrm>
            <a:off x="4429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0"/>
          <p:cNvSpPr txBox="true"/>
          <p:nvPr/>
        </p:nvSpPr>
        <p:spPr>
          <a:xfrm>
            <a:off x="3528028" y="960279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11"/>
          <p:cNvCxnSpPr/>
          <p:nvPr/>
        </p:nvCxnSpPr>
        <p:spPr>
          <a:xfrm>
            <a:off x="4427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2"/>
          <p:cNvCxnSpPr/>
          <p:nvPr/>
        </p:nvCxnSpPr>
        <p:spPr>
          <a:xfrm>
            <a:off x="5445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3"/>
          <p:cNvSpPr txBox="true"/>
          <p:nvPr/>
        </p:nvSpPr>
        <p:spPr>
          <a:xfrm>
            <a:off x="4544028" y="960279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4"/>
          <p:cNvCxnSpPr/>
          <p:nvPr/>
        </p:nvCxnSpPr>
        <p:spPr>
          <a:xfrm>
            <a:off x="5443188" y="982589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5"/>
          <p:cNvCxnSpPr/>
          <p:nvPr/>
        </p:nvCxnSpPr>
        <p:spPr>
          <a:xfrm>
            <a:off x="6461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6"/>
          <p:cNvSpPr txBox="true"/>
          <p:nvPr/>
        </p:nvSpPr>
        <p:spPr>
          <a:xfrm>
            <a:off x="5560028" y="960279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7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8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219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20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221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2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292733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35985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9768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1970199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1970199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37535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1586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Transformable&lt;T&gt; reaches every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61008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leaf builder, so any shape rotates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37929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05169" cy="1682433"/>
          </a:xfrm>
          <a:prstGeom prst="roundRect">
            <a:avLst>
              <a:gd name="adj" fmla="val 603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382455"/>
            <a:ext cx="6505169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1508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Publish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branch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merges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review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310298"/>
            <a:ext cx="94983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576363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8"/>
          <p:cNvSpPr txBox="true"/>
          <p:nvPr/>
        </p:nvSpPr>
        <p:spPr>
          <a:xfrm>
            <a:off x="609600" y="9006893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9" id="439"/>
          <p:cNvCxnSpPr/>
          <p:nvPr/>
        </p:nvCxnSpPr>
        <p:spPr>
          <a:xfrm>
            <a:off x="431800" y="9560255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40"/>
          <p:cNvSpPr txBox="true"/>
          <p:nvPr/>
        </p:nvSpPr>
        <p:spPr>
          <a:xfrm>
            <a:off x="431800" y="9641401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60210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2"/>
          <p:cNvSpPr txBox="true"/>
          <p:nvPr/>
        </p:nvSpPr>
        <p:spPr>
          <a:xfrm>
            <a:off x="431800" y="9879018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sp>
        <p:nvSpPr>
          <p:cNvPr name="Freeform 443" id="443"/>
          <p:cNvSpPr/>
          <p:nvPr/>
        </p:nvSpPr>
        <p:spPr>
          <a:xfrm>
            <a:off x="4955334" y="9560255"/>
            <a:ext cx="2286000" cy="457200"/>
          </a:xfrm>
          <a:custGeom>
            <a:avLst/>
            <a:gdLst/>
            <a:ahLst/>
            <a:cxnLst/>
            <a:rect r="r" b="b" t="t" l="l"/>
            <a:pathLst>
              <a:path h="457200" w="2286000">
                <a:moveTo>
                  <a:pt x="0" y="0"/>
                </a:moveTo>
                <a:lnTo>
                  <a:pt x="2286000" y="0"/>
                </a:lnTo>
                <a:lnTo>
                  <a:pt x="228600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name="Freeform 444" id="444"/>
          <p:cNvSpPr/>
          <p:nvPr/>
        </p:nvSpPr>
        <p:spPr>
          <a:xfrm>
            <a:off x="5425234" y="9560255"/>
            <a:ext cx="1339850" cy="457200"/>
          </a:xfrm>
          <a:custGeom>
            <a:avLst/>
            <a:gdLst/>
            <a:ahLst/>
            <a:cxnLst/>
            <a:rect r="r" b="b" t="t" l="l"/>
            <a:pathLst>
              <a:path h="457200" w="1339850">
                <a:moveTo>
                  <a:pt x="0" y="0"/>
                </a:moveTo>
                <a:lnTo>
                  <a:pt x="12700" y="0"/>
                </a:lnTo>
                <a:lnTo>
                  <a:pt x="12700" y="457200"/>
                </a:lnTo>
                <a:lnTo>
                  <a:pt x="0" y="457200"/>
                </a:lnTo>
                <a:close/>
                <a:moveTo>
                  <a:pt x="19050" y="0"/>
                </a:moveTo>
                <a:lnTo>
                  <a:pt x="25400" y="0"/>
                </a:lnTo>
                <a:lnTo>
                  <a:pt x="25400" y="457200"/>
                </a:lnTo>
                <a:lnTo>
                  <a:pt x="19050" y="457200"/>
                </a:lnTo>
                <a:close/>
                <a:moveTo>
                  <a:pt x="38100" y="0"/>
                </a:moveTo>
                <a:lnTo>
                  <a:pt x="44450" y="0"/>
                </a:lnTo>
                <a:lnTo>
                  <a:pt x="44450" y="457200"/>
                </a:lnTo>
                <a:lnTo>
                  <a:pt x="38100" y="457200"/>
                </a:lnTo>
                <a:close/>
                <a:moveTo>
                  <a:pt x="69850" y="0"/>
                </a:moveTo>
                <a:lnTo>
                  <a:pt x="82550" y="0"/>
                </a:lnTo>
                <a:lnTo>
                  <a:pt x="82550" y="457200"/>
                </a:lnTo>
                <a:lnTo>
                  <a:pt x="69850" y="457200"/>
                </a:lnTo>
                <a:close/>
                <a:moveTo>
                  <a:pt x="88900" y="0"/>
                </a:moveTo>
                <a:lnTo>
                  <a:pt x="95250" y="0"/>
                </a:lnTo>
                <a:lnTo>
                  <a:pt x="95250" y="457200"/>
                </a:lnTo>
                <a:lnTo>
                  <a:pt x="88900" y="457200"/>
                </a:lnTo>
                <a:close/>
                <a:moveTo>
                  <a:pt x="114300" y="0"/>
                </a:moveTo>
                <a:lnTo>
                  <a:pt x="120650" y="0"/>
                </a:lnTo>
                <a:lnTo>
                  <a:pt x="120650" y="457200"/>
                </a:lnTo>
                <a:lnTo>
                  <a:pt x="114300" y="457200"/>
                </a:lnTo>
                <a:close/>
                <a:moveTo>
                  <a:pt x="139700" y="0"/>
                </a:moveTo>
                <a:lnTo>
                  <a:pt x="146050" y="0"/>
                </a:lnTo>
                <a:lnTo>
                  <a:pt x="146050" y="457200"/>
                </a:lnTo>
                <a:lnTo>
                  <a:pt x="139700" y="457200"/>
                </a:lnTo>
                <a:close/>
                <a:moveTo>
                  <a:pt x="165100" y="0"/>
                </a:moveTo>
                <a:lnTo>
                  <a:pt x="171450" y="0"/>
                </a:lnTo>
                <a:lnTo>
                  <a:pt x="171450" y="457200"/>
                </a:lnTo>
                <a:lnTo>
                  <a:pt x="165100" y="457200"/>
                </a:lnTo>
                <a:close/>
                <a:moveTo>
                  <a:pt x="190500" y="0"/>
                </a:moveTo>
                <a:lnTo>
                  <a:pt x="203200" y="0"/>
                </a:lnTo>
                <a:lnTo>
                  <a:pt x="203200" y="457200"/>
                </a:lnTo>
                <a:lnTo>
                  <a:pt x="190500" y="457200"/>
                </a:lnTo>
                <a:close/>
                <a:moveTo>
                  <a:pt x="209550" y="0"/>
                </a:moveTo>
                <a:lnTo>
                  <a:pt x="215900" y="0"/>
                </a:lnTo>
                <a:lnTo>
                  <a:pt x="215900" y="457200"/>
                </a:lnTo>
                <a:lnTo>
                  <a:pt x="209550" y="457200"/>
                </a:lnTo>
                <a:close/>
                <a:moveTo>
                  <a:pt x="228600" y="0"/>
                </a:moveTo>
                <a:lnTo>
                  <a:pt x="241300" y="0"/>
                </a:lnTo>
                <a:lnTo>
                  <a:pt x="241300" y="457200"/>
                </a:lnTo>
                <a:lnTo>
                  <a:pt x="228600" y="457200"/>
                </a:lnTo>
                <a:close/>
                <a:moveTo>
                  <a:pt x="247650" y="0"/>
                </a:moveTo>
                <a:lnTo>
                  <a:pt x="266700" y="0"/>
                </a:lnTo>
                <a:lnTo>
                  <a:pt x="266700" y="457200"/>
                </a:lnTo>
                <a:lnTo>
                  <a:pt x="247650" y="457200"/>
                </a:lnTo>
                <a:close/>
                <a:moveTo>
                  <a:pt x="279400" y="0"/>
                </a:moveTo>
                <a:lnTo>
                  <a:pt x="285750" y="0"/>
                </a:lnTo>
                <a:lnTo>
                  <a:pt x="285750" y="457200"/>
                </a:lnTo>
                <a:lnTo>
                  <a:pt x="279400" y="457200"/>
                </a:lnTo>
                <a:close/>
                <a:moveTo>
                  <a:pt x="292100" y="0"/>
                </a:moveTo>
                <a:lnTo>
                  <a:pt x="311150" y="0"/>
                </a:lnTo>
                <a:lnTo>
                  <a:pt x="311150" y="457200"/>
                </a:lnTo>
                <a:lnTo>
                  <a:pt x="292100" y="457200"/>
                </a:lnTo>
                <a:close/>
                <a:moveTo>
                  <a:pt x="317500" y="0"/>
                </a:moveTo>
                <a:lnTo>
                  <a:pt x="330200" y="0"/>
                </a:lnTo>
                <a:lnTo>
                  <a:pt x="330200" y="457200"/>
                </a:lnTo>
                <a:lnTo>
                  <a:pt x="317500" y="457200"/>
                </a:lnTo>
                <a:close/>
                <a:moveTo>
                  <a:pt x="349250" y="0"/>
                </a:moveTo>
                <a:lnTo>
                  <a:pt x="355600" y="0"/>
                </a:lnTo>
                <a:lnTo>
                  <a:pt x="355600" y="457200"/>
                </a:lnTo>
                <a:lnTo>
                  <a:pt x="349250" y="457200"/>
                </a:lnTo>
                <a:close/>
                <a:moveTo>
                  <a:pt x="361950" y="0"/>
                </a:moveTo>
                <a:lnTo>
                  <a:pt x="368300" y="0"/>
                </a:lnTo>
                <a:lnTo>
                  <a:pt x="368300" y="457200"/>
                </a:lnTo>
                <a:lnTo>
                  <a:pt x="361950" y="457200"/>
                </a:lnTo>
                <a:close/>
                <a:moveTo>
                  <a:pt x="387350" y="0"/>
                </a:moveTo>
                <a:lnTo>
                  <a:pt x="400050" y="0"/>
                </a:lnTo>
                <a:lnTo>
                  <a:pt x="400050" y="457200"/>
                </a:lnTo>
                <a:lnTo>
                  <a:pt x="387350" y="457200"/>
                </a:lnTo>
                <a:close/>
                <a:moveTo>
                  <a:pt x="419100" y="0"/>
                </a:moveTo>
                <a:lnTo>
                  <a:pt x="431800" y="0"/>
                </a:lnTo>
                <a:lnTo>
                  <a:pt x="431800" y="457200"/>
                </a:lnTo>
                <a:lnTo>
                  <a:pt x="419100" y="457200"/>
                </a:lnTo>
                <a:close/>
                <a:moveTo>
                  <a:pt x="438150" y="0"/>
                </a:moveTo>
                <a:lnTo>
                  <a:pt x="457200" y="0"/>
                </a:lnTo>
                <a:lnTo>
                  <a:pt x="457200" y="457200"/>
                </a:lnTo>
                <a:lnTo>
                  <a:pt x="438150" y="457200"/>
                </a:lnTo>
                <a:close/>
                <a:moveTo>
                  <a:pt x="463550" y="0"/>
                </a:moveTo>
                <a:lnTo>
                  <a:pt x="469900" y="0"/>
                </a:lnTo>
                <a:lnTo>
                  <a:pt x="469900" y="457200"/>
                </a:lnTo>
                <a:lnTo>
                  <a:pt x="463550" y="457200"/>
                </a:lnTo>
                <a:close/>
                <a:moveTo>
                  <a:pt x="488950" y="0"/>
                </a:moveTo>
                <a:lnTo>
                  <a:pt x="501650" y="0"/>
                </a:lnTo>
                <a:lnTo>
                  <a:pt x="501650" y="457200"/>
                </a:lnTo>
                <a:lnTo>
                  <a:pt x="488950" y="457200"/>
                </a:lnTo>
                <a:close/>
                <a:moveTo>
                  <a:pt x="508000" y="0"/>
                </a:moveTo>
                <a:lnTo>
                  <a:pt x="527050" y="0"/>
                </a:lnTo>
                <a:lnTo>
                  <a:pt x="527050" y="457200"/>
                </a:lnTo>
                <a:lnTo>
                  <a:pt x="508000" y="457200"/>
                </a:lnTo>
                <a:close/>
                <a:moveTo>
                  <a:pt x="546100" y="0"/>
                </a:moveTo>
                <a:lnTo>
                  <a:pt x="552450" y="0"/>
                </a:lnTo>
                <a:lnTo>
                  <a:pt x="552450" y="457200"/>
                </a:lnTo>
                <a:lnTo>
                  <a:pt x="546100" y="457200"/>
                </a:lnTo>
                <a:close/>
                <a:moveTo>
                  <a:pt x="558800" y="0"/>
                </a:moveTo>
                <a:lnTo>
                  <a:pt x="565150" y="0"/>
                </a:lnTo>
                <a:lnTo>
                  <a:pt x="565150" y="457200"/>
                </a:lnTo>
                <a:lnTo>
                  <a:pt x="558800" y="457200"/>
                </a:lnTo>
                <a:close/>
                <a:moveTo>
                  <a:pt x="584200" y="0"/>
                </a:moveTo>
                <a:lnTo>
                  <a:pt x="596900" y="0"/>
                </a:lnTo>
                <a:lnTo>
                  <a:pt x="596900" y="457200"/>
                </a:lnTo>
                <a:lnTo>
                  <a:pt x="584200" y="457200"/>
                </a:lnTo>
                <a:close/>
                <a:moveTo>
                  <a:pt x="603250" y="0"/>
                </a:moveTo>
                <a:lnTo>
                  <a:pt x="609600" y="0"/>
                </a:lnTo>
                <a:lnTo>
                  <a:pt x="609600" y="457200"/>
                </a:lnTo>
                <a:lnTo>
                  <a:pt x="603250" y="457200"/>
                </a:lnTo>
                <a:close/>
                <a:moveTo>
                  <a:pt x="628650" y="0"/>
                </a:moveTo>
                <a:lnTo>
                  <a:pt x="641350" y="0"/>
                </a:lnTo>
                <a:lnTo>
                  <a:pt x="641350" y="457200"/>
                </a:lnTo>
                <a:lnTo>
                  <a:pt x="628650" y="457200"/>
                </a:lnTo>
                <a:close/>
                <a:moveTo>
                  <a:pt x="660400" y="0"/>
                </a:moveTo>
                <a:lnTo>
                  <a:pt x="666750" y="0"/>
                </a:lnTo>
                <a:lnTo>
                  <a:pt x="666750" y="457200"/>
                </a:lnTo>
                <a:lnTo>
                  <a:pt x="660400" y="457200"/>
                </a:lnTo>
                <a:close/>
                <a:moveTo>
                  <a:pt x="673100" y="0"/>
                </a:moveTo>
                <a:lnTo>
                  <a:pt x="692150" y="0"/>
                </a:lnTo>
                <a:lnTo>
                  <a:pt x="692150" y="457200"/>
                </a:lnTo>
                <a:lnTo>
                  <a:pt x="673100" y="457200"/>
                </a:lnTo>
                <a:close/>
                <a:moveTo>
                  <a:pt x="698500" y="0"/>
                </a:moveTo>
                <a:lnTo>
                  <a:pt x="704850" y="0"/>
                </a:lnTo>
                <a:lnTo>
                  <a:pt x="704850" y="457200"/>
                </a:lnTo>
                <a:lnTo>
                  <a:pt x="698500" y="457200"/>
                </a:lnTo>
                <a:close/>
                <a:moveTo>
                  <a:pt x="717550" y="0"/>
                </a:moveTo>
                <a:lnTo>
                  <a:pt x="730250" y="0"/>
                </a:lnTo>
                <a:lnTo>
                  <a:pt x="730250" y="457200"/>
                </a:lnTo>
                <a:lnTo>
                  <a:pt x="717550" y="457200"/>
                </a:lnTo>
                <a:close/>
                <a:moveTo>
                  <a:pt x="736600" y="0"/>
                </a:moveTo>
                <a:lnTo>
                  <a:pt x="755650" y="0"/>
                </a:lnTo>
                <a:lnTo>
                  <a:pt x="755650" y="457200"/>
                </a:lnTo>
                <a:lnTo>
                  <a:pt x="736600" y="457200"/>
                </a:lnTo>
                <a:close/>
                <a:moveTo>
                  <a:pt x="768350" y="0"/>
                </a:moveTo>
                <a:lnTo>
                  <a:pt x="781050" y="0"/>
                </a:lnTo>
                <a:lnTo>
                  <a:pt x="781050" y="457200"/>
                </a:lnTo>
                <a:lnTo>
                  <a:pt x="768350" y="457200"/>
                </a:lnTo>
                <a:close/>
                <a:moveTo>
                  <a:pt x="787400" y="0"/>
                </a:moveTo>
                <a:lnTo>
                  <a:pt x="806450" y="0"/>
                </a:lnTo>
                <a:lnTo>
                  <a:pt x="806450" y="457200"/>
                </a:lnTo>
                <a:lnTo>
                  <a:pt x="787400" y="457200"/>
                </a:lnTo>
                <a:close/>
                <a:moveTo>
                  <a:pt x="812800" y="0"/>
                </a:moveTo>
                <a:lnTo>
                  <a:pt x="819150" y="0"/>
                </a:lnTo>
                <a:lnTo>
                  <a:pt x="819150" y="457200"/>
                </a:lnTo>
                <a:lnTo>
                  <a:pt x="812800" y="457200"/>
                </a:lnTo>
                <a:close/>
                <a:moveTo>
                  <a:pt x="838200" y="0"/>
                </a:moveTo>
                <a:lnTo>
                  <a:pt x="844550" y="0"/>
                </a:lnTo>
                <a:lnTo>
                  <a:pt x="844550" y="457200"/>
                </a:lnTo>
                <a:lnTo>
                  <a:pt x="838200" y="457200"/>
                </a:lnTo>
                <a:close/>
                <a:moveTo>
                  <a:pt x="850900" y="0"/>
                </a:moveTo>
                <a:lnTo>
                  <a:pt x="857250" y="0"/>
                </a:lnTo>
                <a:lnTo>
                  <a:pt x="857250" y="457200"/>
                </a:lnTo>
                <a:lnTo>
                  <a:pt x="850900" y="457200"/>
                </a:lnTo>
                <a:close/>
                <a:moveTo>
                  <a:pt x="876300" y="0"/>
                </a:moveTo>
                <a:lnTo>
                  <a:pt x="889000" y="0"/>
                </a:lnTo>
                <a:lnTo>
                  <a:pt x="889000" y="457200"/>
                </a:lnTo>
                <a:lnTo>
                  <a:pt x="876300" y="457200"/>
                </a:lnTo>
                <a:close/>
                <a:moveTo>
                  <a:pt x="908050" y="0"/>
                </a:moveTo>
                <a:lnTo>
                  <a:pt x="914400" y="0"/>
                </a:lnTo>
                <a:lnTo>
                  <a:pt x="914400" y="457200"/>
                </a:lnTo>
                <a:lnTo>
                  <a:pt x="908050" y="457200"/>
                </a:lnTo>
                <a:close/>
                <a:moveTo>
                  <a:pt x="920750" y="0"/>
                </a:moveTo>
                <a:lnTo>
                  <a:pt x="939800" y="0"/>
                </a:lnTo>
                <a:lnTo>
                  <a:pt x="939800" y="457200"/>
                </a:lnTo>
                <a:lnTo>
                  <a:pt x="920750" y="457200"/>
                </a:lnTo>
                <a:close/>
                <a:moveTo>
                  <a:pt x="946150" y="0"/>
                </a:moveTo>
                <a:lnTo>
                  <a:pt x="958850" y="0"/>
                </a:lnTo>
                <a:lnTo>
                  <a:pt x="958850" y="457200"/>
                </a:lnTo>
                <a:lnTo>
                  <a:pt x="946150" y="457200"/>
                </a:lnTo>
                <a:close/>
                <a:moveTo>
                  <a:pt x="977900" y="0"/>
                </a:moveTo>
                <a:lnTo>
                  <a:pt x="996950" y="0"/>
                </a:lnTo>
                <a:lnTo>
                  <a:pt x="996950" y="457200"/>
                </a:lnTo>
                <a:lnTo>
                  <a:pt x="977900" y="457200"/>
                </a:lnTo>
                <a:close/>
                <a:moveTo>
                  <a:pt x="1003300" y="0"/>
                </a:moveTo>
                <a:lnTo>
                  <a:pt x="1022350" y="0"/>
                </a:lnTo>
                <a:lnTo>
                  <a:pt x="1022350" y="457200"/>
                </a:lnTo>
                <a:lnTo>
                  <a:pt x="1003300" y="457200"/>
                </a:lnTo>
                <a:close/>
                <a:moveTo>
                  <a:pt x="1028700" y="0"/>
                </a:moveTo>
                <a:lnTo>
                  <a:pt x="1041400" y="0"/>
                </a:lnTo>
                <a:lnTo>
                  <a:pt x="1041400" y="457200"/>
                </a:lnTo>
                <a:lnTo>
                  <a:pt x="1028700" y="457200"/>
                </a:lnTo>
                <a:close/>
                <a:moveTo>
                  <a:pt x="1047750" y="0"/>
                </a:moveTo>
                <a:lnTo>
                  <a:pt x="1054100" y="0"/>
                </a:lnTo>
                <a:lnTo>
                  <a:pt x="1054100" y="457200"/>
                </a:lnTo>
                <a:lnTo>
                  <a:pt x="1047750" y="457200"/>
                </a:lnTo>
                <a:close/>
                <a:moveTo>
                  <a:pt x="1073150" y="0"/>
                </a:moveTo>
                <a:lnTo>
                  <a:pt x="1085850" y="0"/>
                </a:lnTo>
                <a:lnTo>
                  <a:pt x="1085850" y="457200"/>
                </a:lnTo>
                <a:lnTo>
                  <a:pt x="1073150" y="457200"/>
                </a:lnTo>
                <a:close/>
                <a:moveTo>
                  <a:pt x="1092200" y="0"/>
                </a:moveTo>
                <a:lnTo>
                  <a:pt x="1111250" y="0"/>
                </a:lnTo>
                <a:lnTo>
                  <a:pt x="1111250" y="457200"/>
                </a:lnTo>
                <a:lnTo>
                  <a:pt x="1092200" y="457200"/>
                </a:lnTo>
                <a:close/>
                <a:moveTo>
                  <a:pt x="1117600" y="0"/>
                </a:moveTo>
                <a:lnTo>
                  <a:pt x="1123950" y="0"/>
                </a:lnTo>
                <a:lnTo>
                  <a:pt x="1123950" y="457200"/>
                </a:lnTo>
                <a:lnTo>
                  <a:pt x="1117600" y="457200"/>
                </a:lnTo>
                <a:close/>
                <a:moveTo>
                  <a:pt x="1143000" y="0"/>
                </a:moveTo>
                <a:lnTo>
                  <a:pt x="1155700" y="0"/>
                </a:lnTo>
                <a:lnTo>
                  <a:pt x="1155700" y="457200"/>
                </a:lnTo>
                <a:lnTo>
                  <a:pt x="1143000" y="457200"/>
                </a:lnTo>
                <a:close/>
                <a:moveTo>
                  <a:pt x="1162050" y="0"/>
                </a:moveTo>
                <a:lnTo>
                  <a:pt x="1168400" y="0"/>
                </a:lnTo>
                <a:lnTo>
                  <a:pt x="1168400" y="457200"/>
                </a:lnTo>
                <a:lnTo>
                  <a:pt x="1162050" y="457200"/>
                </a:lnTo>
                <a:close/>
                <a:moveTo>
                  <a:pt x="1187450" y="0"/>
                </a:moveTo>
                <a:lnTo>
                  <a:pt x="1193800" y="0"/>
                </a:lnTo>
                <a:lnTo>
                  <a:pt x="1193800" y="457200"/>
                </a:lnTo>
                <a:lnTo>
                  <a:pt x="1187450" y="457200"/>
                </a:lnTo>
                <a:close/>
                <a:moveTo>
                  <a:pt x="1212850" y="0"/>
                </a:moveTo>
                <a:lnTo>
                  <a:pt x="1231900" y="0"/>
                </a:lnTo>
                <a:lnTo>
                  <a:pt x="1231900" y="457200"/>
                </a:lnTo>
                <a:lnTo>
                  <a:pt x="1212850" y="457200"/>
                </a:lnTo>
                <a:close/>
                <a:moveTo>
                  <a:pt x="1238250" y="0"/>
                </a:moveTo>
                <a:lnTo>
                  <a:pt x="1250950" y="0"/>
                </a:lnTo>
                <a:lnTo>
                  <a:pt x="1250950" y="457200"/>
                </a:lnTo>
                <a:lnTo>
                  <a:pt x="1238250" y="457200"/>
                </a:lnTo>
                <a:close/>
                <a:moveTo>
                  <a:pt x="1257300" y="0"/>
                </a:moveTo>
                <a:lnTo>
                  <a:pt x="1270000" y="0"/>
                </a:lnTo>
                <a:lnTo>
                  <a:pt x="1270000" y="457200"/>
                </a:lnTo>
                <a:lnTo>
                  <a:pt x="1257300" y="457200"/>
                </a:lnTo>
                <a:close/>
                <a:moveTo>
                  <a:pt x="1289050" y="0"/>
                </a:moveTo>
                <a:lnTo>
                  <a:pt x="1308100" y="0"/>
                </a:lnTo>
                <a:lnTo>
                  <a:pt x="1308100" y="457200"/>
                </a:lnTo>
                <a:lnTo>
                  <a:pt x="1289050" y="457200"/>
                </a:lnTo>
                <a:close/>
                <a:moveTo>
                  <a:pt x="1314450" y="0"/>
                </a:moveTo>
                <a:lnTo>
                  <a:pt x="1320800" y="0"/>
                </a:lnTo>
                <a:lnTo>
                  <a:pt x="1320800" y="457200"/>
                </a:lnTo>
                <a:lnTo>
                  <a:pt x="1314450" y="457200"/>
                </a:lnTo>
                <a:close/>
                <a:moveTo>
                  <a:pt x="1327150" y="0"/>
                </a:moveTo>
                <a:lnTo>
                  <a:pt x="1339850" y="0"/>
                </a:lnTo>
                <a:lnTo>
                  <a:pt x="1339850" y="457200"/>
                </a:lnTo>
                <a:lnTo>
                  <a:pt x="1327150" y="457200"/>
                </a:lnTo>
                <a:close/>
              </a:path>
            </a:pathLst>
          </a:custGeom>
          <a:solidFill>
            <a:srgbClr val="14505F"/>
          </a:solidFill>
          <a:ln>
            <a:noFill/>
          </a:ln>
        </p:spPr>
      </p:sp>
      <p:sp>
        <p:nvSpPr>
          <p:cNvPr name="GraphCompose Header" id="445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6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447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8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449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50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canonical document surface</dc:subject>
  <dc:title>GraphCompose master showcase</dc:title>
</cp:coreProperties>
</file>