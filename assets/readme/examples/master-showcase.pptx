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09307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015259" cy="1839278"/>
          </a:xfrm>
          <a:prstGeom prst="roundRect">
            <a:avLst>
              <a:gd name="adj" fmla="val 6905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1839278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5447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34360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675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675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209611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tests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Q2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1012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June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2026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4122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20667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13.4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75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36.8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27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75229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endParaRPr lang="en-US" sz="1100"/>
          </a:p>
        </p:txBody>
      </p:sp>
      <p:grpSp>
        <p:nvGrpSpPr>
          <p:cNvPr name="Group 24" id="24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5" id="25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6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7" id="27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8"/>
          <p:cNvSpPr txBox="true"/>
          <p:nvPr/>
        </p:nvSpPr>
        <p:spPr>
          <a:xfrm>
            <a:off x="5695400" y="3071758"/>
            <a:ext cx="385248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pic>
        <p:nvPicPr>
          <p:cNvPr name="Picture 29" id="29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400" y="3255328"/>
            <a:ext cx="1346200" cy="1346200"/>
          </a:xfrm>
          <a:prstGeom prst="rect">
            <a:avLst/>
          </a:prstGeom>
        </p:spPr>
      </p:pic>
      <p:sp>
        <p:nvSpPr>
          <p:cNvPr name="GraphCompose Text Line" id="30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431800" y="5139525"/>
            <a:ext cx="669500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3" id="33"/>
          <p:cNvCxnSpPr/>
          <p:nvPr/>
        </p:nvCxnSpPr>
        <p:spPr>
          <a:xfrm>
            <a:off x="431800" y="5139525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4"/>
          <p:cNvSpPr txBox="true"/>
          <p:nvPr/>
        </p:nvSpPr>
        <p:spPr>
          <a:xfrm>
            <a:off x="635000" y="5302293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635000" y="5610735"/>
            <a:ext cx="580572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v1.5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lands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35000" y="5775200"/>
            <a:ext cx="628987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939665"/>
            <a:ext cx="578706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6104130"/>
            <a:ext cx="58112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6268595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31800" y="6806925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431800" y="7102811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2"/>
          <p:cNvSpPr/>
          <p:nvPr/>
        </p:nvSpPr>
        <p:spPr>
          <a:xfrm>
            <a:off x="431800" y="7478294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1193800" y="7478294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3413728" y="7478294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4429728" y="7478294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5445728" y="7478294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431800" y="779309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1193800" y="779309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3413728" y="779309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4429728" y="779309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5445728" y="779309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431800" y="808249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1193800" y="808249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3413728" y="808249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4429728" y="808249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5445728" y="808249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431800" y="837189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1193800" y="837189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3413728" y="837189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4429728" y="837189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5445728" y="837189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431800" y="8661298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1193800" y="8661298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3413728" y="8661298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4429728" y="8661298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5445728" y="8661298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431800" y="895070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1193800" y="895070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3413728" y="895070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4429728" y="895070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5445728" y="895070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431800" y="92401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1193800" y="92401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3413728" y="92401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4429728" y="92401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5445728" y="92401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431800" y="95295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1193800" y="95295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3413728" y="95295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4429728" y="95295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5445728" y="95295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2"/>
          <p:cNvCxnSpPr/>
          <p:nvPr/>
        </p:nvCxnSpPr>
        <p:spPr>
          <a:xfrm>
            <a:off x="431800" y="7478294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431800" y="779309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431800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1193800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6"/>
          <p:cNvSpPr txBox="true"/>
          <p:nvPr/>
        </p:nvSpPr>
        <p:spPr>
          <a:xfrm>
            <a:off x="546100" y="7557299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7"/>
          <p:cNvCxnSpPr/>
          <p:nvPr/>
        </p:nvCxnSpPr>
        <p:spPr>
          <a:xfrm>
            <a:off x="1191260" y="7478294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8"/>
          <p:cNvCxnSpPr/>
          <p:nvPr/>
        </p:nvCxnSpPr>
        <p:spPr>
          <a:xfrm>
            <a:off x="1191260" y="779309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13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1308100" y="75572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11188" y="7478294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3411188" y="779309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4429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3528028" y="7557299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5"/>
          <p:cNvCxnSpPr/>
          <p:nvPr/>
        </p:nvCxnSpPr>
        <p:spPr>
          <a:xfrm>
            <a:off x="4427188" y="7478294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6"/>
          <p:cNvCxnSpPr/>
          <p:nvPr/>
        </p:nvCxnSpPr>
        <p:spPr>
          <a:xfrm>
            <a:off x="4427188" y="779309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7"/>
          <p:cNvCxnSpPr/>
          <p:nvPr/>
        </p:nvCxnSpPr>
        <p:spPr>
          <a:xfrm>
            <a:off x="5445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8"/>
          <p:cNvSpPr txBox="true"/>
          <p:nvPr/>
        </p:nvSpPr>
        <p:spPr>
          <a:xfrm>
            <a:off x="4544028" y="7557299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99"/>
          <p:cNvCxnSpPr/>
          <p:nvPr/>
        </p:nvCxnSpPr>
        <p:spPr>
          <a:xfrm>
            <a:off x="5443188" y="7478294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5443188" y="779309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6461728" y="7478294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560028" y="7557299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431800" y="808249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431800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1193800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546100" y="785940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1191260" y="808249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3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9"/>
          <p:cNvSpPr txBox="true"/>
          <p:nvPr/>
        </p:nvSpPr>
        <p:spPr>
          <a:xfrm>
            <a:off x="1308100" y="7859400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0"/>
          <p:cNvCxnSpPr/>
          <p:nvPr/>
        </p:nvCxnSpPr>
        <p:spPr>
          <a:xfrm>
            <a:off x="3411188" y="808249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1"/>
          <p:cNvCxnSpPr/>
          <p:nvPr/>
        </p:nvCxnSpPr>
        <p:spPr>
          <a:xfrm>
            <a:off x="4429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2"/>
          <p:cNvSpPr txBox="true"/>
          <p:nvPr/>
        </p:nvSpPr>
        <p:spPr>
          <a:xfrm>
            <a:off x="3528028" y="785940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3"/>
          <p:cNvCxnSpPr/>
          <p:nvPr/>
        </p:nvCxnSpPr>
        <p:spPr>
          <a:xfrm>
            <a:off x="4427188" y="808249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4"/>
          <p:cNvCxnSpPr/>
          <p:nvPr/>
        </p:nvCxnSpPr>
        <p:spPr>
          <a:xfrm>
            <a:off x="5445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5"/>
          <p:cNvSpPr txBox="true"/>
          <p:nvPr/>
        </p:nvSpPr>
        <p:spPr>
          <a:xfrm>
            <a:off x="4544028" y="785940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6"/>
          <p:cNvCxnSpPr/>
          <p:nvPr/>
        </p:nvCxnSpPr>
        <p:spPr>
          <a:xfrm>
            <a:off x="5443188" y="808249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779309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785940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837189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8148801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837189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8148801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837189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8148801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837189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8148801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837189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808249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8148801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8661298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843820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8661298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843820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8661298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843820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8661298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843820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8661298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837189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843820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895070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872760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895070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872760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895070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872760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895070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872760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895070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8661298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872760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924010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901700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924010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901700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924010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901700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924010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901700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924010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895070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901700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95295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9306406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95295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9306406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95295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9306406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95295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9306406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95295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92401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9306406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9818903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95958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9818903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95958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9818903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95958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9818903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9595808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9818903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95295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95958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5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6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2026-07-23</a:t>
            </a:r>
            <a:endParaRPr lang="en-US" sz="1100"/>
          </a:p>
        </p:txBody>
      </p:sp>
      <p:cxnSp>
        <p:nvCxnSpPr>
          <p:cNvPr name="GraphCompose Header Separator" id="217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18"/>
          <p:cNvSpPr txBox="true"/>
          <p:nvPr/>
        </p:nvSpPr>
        <p:spPr>
          <a:xfrm>
            <a:off x="431800" y="10321827"/>
            <a:ext cx="1270343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v1.5 — "intuitive" release</a:t>
            </a:r>
            <a:endParaRPr lang="en-US" sz="1100"/>
          </a:p>
        </p:txBody>
      </p:sp>
      <p:sp>
        <p:nvSpPr>
          <p:cNvPr name="GraphCompose Footer" id="219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0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2896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2304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565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170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194181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26667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2029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2097877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2097877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2665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7069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v1.5 extends Transformable&lt;T&gt; to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5128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every leaf builder so any shape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74354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rotates 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94246" cy="1517968"/>
          </a:xfrm>
          <a:prstGeom prst="roundRect">
            <a:avLst>
              <a:gd name="adj" fmla="val 669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217990"/>
            <a:ext cx="6594246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23991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Tag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v1.5.0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main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develop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merged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PR.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411898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677963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8" id="438"/>
          <p:cNvCxnSpPr/>
          <p:nvPr/>
        </p:nvCxnSpPr>
        <p:spPr>
          <a:xfrm>
            <a:off x="431800" y="9395790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39"/>
          <p:cNvSpPr txBox="true"/>
          <p:nvPr/>
        </p:nvSpPr>
        <p:spPr>
          <a:xfrm>
            <a:off x="431800" y="9476936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0"/>
          <p:cNvSpPr txBox="true"/>
          <p:nvPr/>
        </p:nvSpPr>
        <p:spPr>
          <a:xfrm>
            <a:off x="431800" y="9595745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14553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pic>
        <p:nvPicPr>
          <p:cNvPr name="Picture 442" id="44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334" y="9395790"/>
            <a:ext cx="2286000" cy="457200"/>
          </a:xfrm>
          <a:prstGeom prst="rect">
            <a:avLst/>
          </a:prstGeom>
        </p:spPr>
      </p:pic>
      <p:sp>
        <p:nvSpPr>
          <p:cNvPr name="GraphCompose Header" id="443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4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2026-07-23</a:t>
            </a:r>
            <a:endParaRPr lang="en-US" sz="1100"/>
          </a:p>
        </p:txBody>
      </p:sp>
      <p:cxnSp>
        <p:nvCxnSpPr>
          <p:cNvPr name="GraphCompose Header Separator" id="445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6"/>
          <p:cNvSpPr txBox="true"/>
          <p:nvPr/>
        </p:nvSpPr>
        <p:spPr>
          <a:xfrm>
            <a:off x="431800" y="10321827"/>
            <a:ext cx="1270343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v1.5 — "intuitive" release</a:t>
            </a:r>
            <a:endParaRPr lang="en-US" sz="1100"/>
          </a:p>
        </p:txBody>
      </p:sp>
      <p:sp>
        <p:nvSpPr>
          <p:cNvPr name="GraphCompose Footer" id="447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48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v1.5 canonical surface</dc:subject>
  <dc:title>GraphCompose master showcase</dc:title>
</cp:coreProperties>
</file>