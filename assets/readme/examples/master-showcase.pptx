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09307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113938" cy="2003743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2003743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5447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48175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every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gate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198729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001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current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quarter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70880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6.6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177020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152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54.2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18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190853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machine,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635000" y="4567754"/>
            <a:ext cx="95996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2026-07-26.</a:t>
            </a:r>
            <a:endParaRPr lang="en-US" sz="1100"/>
          </a:p>
        </p:txBody>
      </p:sp>
      <p:grpSp>
        <p:nvGrpSpPr>
          <p:cNvPr name="Group 25" id="25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6" id="26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7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8" id="28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9"/>
          <p:cNvSpPr txBox="true"/>
          <p:nvPr/>
        </p:nvSpPr>
        <p:spPr>
          <a:xfrm>
            <a:off x="5695400" y="3071758"/>
            <a:ext cx="385248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pic>
        <p:nvPicPr>
          <p:cNvPr name="Picture 30" id="30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400" y="3255328"/>
            <a:ext cx="1346200" cy="1346200"/>
          </a:xfrm>
          <a:prstGeom prst="rect">
            <a:avLst/>
          </a:prstGeom>
        </p:spPr>
      </p:pic>
      <p:sp>
        <p:nvSpPr>
          <p:cNvPr name="GraphCompose Text Line" id="31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1800" y="5146516"/>
            <a:ext cx="664166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1800" y="5146516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35000" y="5309284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35000" y="5617727"/>
            <a:ext cx="599721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below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are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782192"/>
            <a:ext cx="62365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5946657"/>
            <a:ext cx="56190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6111122"/>
            <a:ext cx="523819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635000" y="6275587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431800" y="6813917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31800" y="7109802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3"/>
          <p:cNvSpPr/>
          <p:nvPr/>
        </p:nvSpPr>
        <p:spPr>
          <a:xfrm>
            <a:off x="431800" y="7485285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7485285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7800086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7800086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8089487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8089487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8378889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8378889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8668290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8668290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8957691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8957691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9247092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9247092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9536494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9536494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3"/>
          <p:cNvCxnSpPr/>
          <p:nvPr/>
        </p:nvCxnSpPr>
        <p:spPr>
          <a:xfrm>
            <a:off x="431800" y="748528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431800" y="7800086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431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193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546100" y="7564290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191260" y="748528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1191260" y="7800086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3413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1308100" y="756429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3411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3411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4"/>
          <p:cNvCxnSpPr/>
          <p:nvPr/>
        </p:nvCxnSpPr>
        <p:spPr>
          <a:xfrm>
            <a:off x="4429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5"/>
          <p:cNvSpPr txBox="true"/>
          <p:nvPr/>
        </p:nvSpPr>
        <p:spPr>
          <a:xfrm>
            <a:off x="3528028" y="7564290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6"/>
          <p:cNvCxnSpPr/>
          <p:nvPr/>
        </p:nvCxnSpPr>
        <p:spPr>
          <a:xfrm>
            <a:off x="4427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7"/>
          <p:cNvCxnSpPr/>
          <p:nvPr/>
        </p:nvCxnSpPr>
        <p:spPr>
          <a:xfrm>
            <a:off x="4427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8"/>
          <p:cNvCxnSpPr/>
          <p:nvPr/>
        </p:nvCxnSpPr>
        <p:spPr>
          <a:xfrm>
            <a:off x="5445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9"/>
          <p:cNvSpPr txBox="true"/>
          <p:nvPr/>
        </p:nvSpPr>
        <p:spPr>
          <a:xfrm>
            <a:off x="4544028" y="7564290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00"/>
          <p:cNvCxnSpPr/>
          <p:nvPr/>
        </p:nvCxnSpPr>
        <p:spPr>
          <a:xfrm>
            <a:off x="5443188" y="748528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5443188" y="7800086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2"/>
          <p:cNvCxnSpPr/>
          <p:nvPr/>
        </p:nvCxnSpPr>
        <p:spPr>
          <a:xfrm>
            <a:off x="6461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3"/>
          <p:cNvSpPr txBox="true"/>
          <p:nvPr/>
        </p:nvSpPr>
        <p:spPr>
          <a:xfrm>
            <a:off x="5560028" y="7564290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4"/>
          <p:cNvCxnSpPr/>
          <p:nvPr/>
        </p:nvCxnSpPr>
        <p:spPr>
          <a:xfrm>
            <a:off x="431800" y="808948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431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6"/>
          <p:cNvCxnSpPr/>
          <p:nvPr/>
        </p:nvCxnSpPr>
        <p:spPr>
          <a:xfrm>
            <a:off x="1193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7"/>
          <p:cNvSpPr txBox="true"/>
          <p:nvPr/>
        </p:nvSpPr>
        <p:spPr>
          <a:xfrm>
            <a:off x="546100" y="786639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8"/>
          <p:cNvCxnSpPr/>
          <p:nvPr/>
        </p:nvCxnSpPr>
        <p:spPr>
          <a:xfrm>
            <a:off x="1191260" y="808948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3413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1308100" y="7866392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3411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9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3"/>
          <p:cNvSpPr txBox="true"/>
          <p:nvPr/>
        </p:nvSpPr>
        <p:spPr>
          <a:xfrm>
            <a:off x="3528028" y="786639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4"/>
          <p:cNvCxnSpPr/>
          <p:nvPr/>
        </p:nvCxnSpPr>
        <p:spPr>
          <a:xfrm>
            <a:off x="4427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5"/>
          <p:cNvCxnSpPr/>
          <p:nvPr/>
        </p:nvCxnSpPr>
        <p:spPr>
          <a:xfrm>
            <a:off x="5445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6"/>
          <p:cNvSpPr txBox="true"/>
          <p:nvPr/>
        </p:nvSpPr>
        <p:spPr>
          <a:xfrm>
            <a:off x="4544028" y="7866392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7"/>
          <p:cNvCxnSpPr/>
          <p:nvPr/>
        </p:nvCxnSpPr>
        <p:spPr>
          <a:xfrm>
            <a:off x="5443188" y="808948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461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9"/>
          <p:cNvSpPr txBox="true"/>
          <p:nvPr/>
        </p:nvSpPr>
        <p:spPr>
          <a:xfrm>
            <a:off x="5560028" y="786639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20"/>
          <p:cNvCxnSpPr/>
          <p:nvPr/>
        </p:nvCxnSpPr>
        <p:spPr>
          <a:xfrm>
            <a:off x="431800" y="837888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431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1193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3"/>
          <p:cNvSpPr txBox="true"/>
          <p:nvPr/>
        </p:nvSpPr>
        <p:spPr>
          <a:xfrm>
            <a:off x="546100" y="815579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4"/>
          <p:cNvCxnSpPr/>
          <p:nvPr/>
        </p:nvCxnSpPr>
        <p:spPr>
          <a:xfrm>
            <a:off x="1191260" y="837888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5"/>
          <p:cNvCxnSpPr/>
          <p:nvPr/>
        </p:nvCxnSpPr>
        <p:spPr>
          <a:xfrm>
            <a:off x="3413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6"/>
          <p:cNvSpPr txBox="true"/>
          <p:nvPr/>
        </p:nvSpPr>
        <p:spPr>
          <a:xfrm>
            <a:off x="1308100" y="815579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7"/>
          <p:cNvCxnSpPr/>
          <p:nvPr/>
        </p:nvCxnSpPr>
        <p:spPr>
          <a:xfrm>
            <a:off x="3411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8"/>
          <p:cNvCxnSpPr/>
          <p:nvPr/>
        </p:nvCxnSpPr>
        <p:spPr>
          <a:xfrm>
            <a:off x="4429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9"/>
          <p:cNvSpPr txBox="true"/>
          <p:nvPr/>
        </p:nvSpPr>
        <p:spPr>
          <a:xfrm>
            <a:off x="3528028" y="815579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30"/>
          <p:cNvCxnSpPr/>
          <p:nvPr/>
        </p:nvCxnSpPr>
        <p:spPr>
          <a:xfrm>
            <a:off x="4427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5445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4544028" y="8155793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5443188" y="837888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6461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5"/>
          <p:cNvSpPr txBox="true"/>
          <p:nvPr/>
        </p:nvSpPr>
        <p:spPr>
          <a:xfrm>
            <a:off x="5560028" y="815579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6"/>
          <p:cNvCxnSpPr/>
          <p:nvPr/>
        </p:nvCxnSpPr>
        <p:spPr>
          <a:xfrm>
            <a:off x="431800" y="866829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431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1193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9"/>
          <p:cNvSpPr txBox="true"/>
          <p:nvPr/>
        </p:nvSpPr>
        <p:spPr>
          <a:xfrm>
            <a:off x="546100" y="844519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40"/>
          <p:cNvCxnSpPr/>
          <p:nvPr/>
        </p:nvCxnSpPr>
        <p:spPr>
          <a:xfrm>
            <a:off x="1191260" y="866829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1"/>
          <p:cNvCxnSpPr/>
          <p:nvPr/>
        </p:nvCxnSpPr>
        <p:spPr>
          <a:xfrm>
            <a:off x="3413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2"/>
          <p:cNvSpPr txBox="true"/>
          <p:nvPr/>
        </p:nvSpPr>
        <p:spPr>
          <a:xfrm>
            <a:off x="1308100" y="844519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3"/>
          <p:cNvCxnSpPr/>
          <p:nvPr/>
        </p:nvCxnSpPr>
        <p:spPr>
          <a:xfrm>
            <a:off x="3411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4"/>
          <p:cNvCxnSpPr/>
          <p:nvPr/>
        </p:nvCxnSpPr>
        <p:spPr>
          <a:xfrm>
            <a:off x="4429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5"/>
          <p:cNvSpPr txBox="true"/>
          <p:nvPr/>
        </p:nvSpPr>
        <p:spPr>
          <a:xfrm>
            <a:off x="3528028" y="844519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6"/>
          <p:cNvCxnSpPr/>
          <p:nvPr/>
        </p:nvCxnSpPr>
        <p:spPr>
          <a:xfrm>
            <a:off x="4427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5445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4544028" y="8445194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5443188" y="866829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6461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5560028" y="844519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431800" y="895769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431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4"/>
          <p:cNvCxnSpPr/>
          <p:nvPr/>
        </p:nvCxnSpPr>
        <p:spPr>
          <a:xfrm>
            <a:off x="1193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5"/>
          <p:cNvSpPr txBox="true"/>
          <p:nvPr/>
        </p:nvSpPr>
        <p:spPr>
          <a:xfrm>
            <a:off x="546100" y="873459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6"/>
          <p:cNvCxnSpPr/>
          <p:nvPr/>
        </p:nvCxnSpPr>
        <p:spPr>
          <a:xfrm>
            <a:off x="1191260" y="895769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7"/>
          <p:cNvCxnSpPr/>
          <p:nvPr/>
        </p:nvCxnSpPr>
        <p:spPr>
          <a:xfrm>
            <a:off x="3413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8"/>
          <p:cNvSpPr txBox="true"/>
          <p:nvPr/>
        </p:nvSpPr>
        <p:spPr>
          <a:xfrm>
            <a:off x="1308100" y="873459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59"/>
          <p:cNvCxnSpPr/>
          <p:nvPr/>
        </p:nvCxnSpPr>
        <p:spPr>
          <a:xfrm>
            <a:off x="3411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0"/>
          <p:cNvCxnSpPr/>
          <p:nvPr/>
        </p:nvCxnSpPr>
        <p:spPr>
          <a:xfrm>
            <a:off x="4429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1"/>
          <p:cNvSpPr txBox="true"/>
          <p:nvPr/>
        </p:nvSpPr>
        <p:spPr>
          <a:xfrm>
            <a:off x="3528028" y="873459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2"/>
          <p:cNvCxnSpPr/>
          <p:nvPr/>
        </p:nvCxnSpPr>
        <p:spPr>
          <a:xfrm>
            <a:off x="4427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3"/>
          <p:cNvCxnSpPr/>
          <p:nvPr/>
        </p:nvCxnSpPr>
        <p:spPr>
          <a:xfrm>
            <a:off x="5445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4"/>
          <p:cNvSpPr txBox="true"/>
          <p:nvPr/>
        </p:nvSpPr>
        <p:spPr>
          <a:xfrm>
            <a:off x="4544028" y="8734595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5"/>
          <p:cNvCxnSpPr/>
          <p:nvPr/>
        </p:nvCxnSpPr>
        <p:spPr>
          <a:xfrm>
            <a:off x="5443188" y="895769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6"/>
          <p:cNvCxnSpPr/>
          <p:nvPr/>
        </p:nvCxnSpPr>
        <p:spPr>
          <a:xfrm>
            <a:off x="6461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7"/>
          <p:cNvSpPr txBox="true"/>
          <p:nvPr/>
        </p:nvSpPr>
        <p:spPr>
          <a:xfrm>
            <a:off x="5560028" y="873459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8"/>
          <p:cNvCxnSpPr/>
          <p:nvPr/>
        </p:nvCxnSpPr>
        <p:spPr>
          <a:xfrm>
            <a:off x="431800" y="924709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431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0"/>
          <p:cNvCxnSpPr/>
          <p:nvPr/>
        </p:nvCxnSpPr>
        <p:spPr>
          <a:xfrm>
            <a:off x="1193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1"/>
          <p:cNvSpPr txBox="true"/>
          <p:nvPr/>
        </p:nvSpPr>
        <p:spPr>
          <a:xfrm>
            <a:off x="546100" y="902399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2"/>
          <p:cNvCxnSpPr/>
          <p:nvPr/>
        </p:nvCxnSpPr>
        <p:spPr>
          <a:xfrm>
            <a:off x="1191260" y="924709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3"/>
          <p:cNvCxnSpPr/>
          <p:nvPr/>
        </p:nvCxnSpPr>
        <p:spPr>
          <a:xfrm>
            <a:off x="3413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4"/>
          <p:cNvSpPr txBox="true"/>
          <p:nvPr/>
        </p:nvSpPr>
        <p:spPr>
          <a:xfrm>
            <a:off x="1308100" y="902399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5"/>
          <p:cNvCxnSpPr/>
          <p:nvPr/>
        </p:nvCxnSpPr>
        <p:spPr>
          <a:xfrm>
            <a:off x="3411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6"/>
          <p:cNvCxnSpPr/>
          <p:nvPr/>
        </p:nvCxnSpPr>
        <p:spPr>
          <a:xfrm>
            <a:off x="4429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7"/>
          <p:cNvSpPr txBox="true"/>
          <p:nvPr/>
        </p:nvSpPr>
        <p:spPr>
          <a:xfrm>
            <a:off x="3528028" y="902399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8"/>
          <p:cNvCxnSpPr/>
          <p:nvPr/>
        </p:nvCxnSpPr>
        <p:spPr>
          <a:xfrm>
            <a:off x="4427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9"/>
          <p:cNvCxnSpPr/>
          <p:nvPr/>
        </p:nvCxnSpPr>
        <p:spPr>
          <a:xfrm>
            <a:off x="5445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0"/>
          <p:cNvSpPr txBox="true"/>
          <p:nvPr/>
        </p:nvSpPr>
        <p:spPr>
          <a:xfrm>
            <a:off x="4544028" y="902399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1"/>
          <p:cNvCxnSpPr/>
          <p:nvPr/>
        </p:nvCxnSpPr>
        <p:spPr>
          <a:xfrm>
            <a:off x="5443188" y="924709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2"/>
          <p:cNvCxnSpPr/>
          <p:nvPr/>
        </p:nvCxnSpPr>
        <p:spPr>
          <a:xfrm>
            <a:off x="6461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3"/>
          <p:cNvSpPr txBox="true"/>
          <p:nvPr/>
        </p:nvSpPr>
        <p:spPr>
          <a:xfrm>
            <a:off x="5560028" y="902399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4"/>
          <p:cNvCxnSpPr/>
          <p:nvPr/>
        </p:nvCxnSpPr>
        <p:spPr>
          <a:xfrm>
            <a:off x="431800" y="953649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431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6"/>
          <p:cNvCxnSpPr/>
          <p:nvPr/>
        </p:nvCxnSpPr>
        <p:spPr>
          <a:xfrm>
            <a:off x="1193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7"/>
          <p:cNvSpPr txBox="true"/>
          <p:nvPr/>
        </p:nvSpPr>
        <p:spPr>
          <a:xfrm>
            <a:off x="546100" y="931339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8"/>
          <p:cNvCxnSpPr/>
          <p:nvPr/>
        </p:nvCxnSpPr>
        <p:spPr>
          <a:xfrm>
            <a:off x="1191260" y="953649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9"/>
          <p:cNvCxnSpPr/>
          <p:nvPr/>
        </p:nvCxnSpPr>
        <p:spPr>
          <a:xfrm>
            <a:off x="3413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0"/>
          <p:cNvSpPr txBox="true"/>
          <p:nvPr/>
        </p:nvSpPr>
        <p:spPr>
          <a:xfrm>
            <a:off x="1308100" y="931339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1"/>
          <p:cNvCxnSpPr/>
          <p:nvPr/>
        </p:nvCxnSpPr>
        <p:spPr>
          <a:xfrm>
            <a:off x="3411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2"/>
          <p:cNvCxnSpPr/>
          <p:nvPr/>
        </p:nvCxnSpPr>
        <p:spPr>
          <a:xfrm>
            <a:off x="4429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3"/>
          <p:cNvSpPr txBox="true"/>
          <p:nvPr/>
        </p:nvSpPr>
        <p:spPr>
          <a:xfrm>
            <a:off x="3528028" y="931339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4"/>
          <p:cNvCxnSpPr/>
          <p:nvPr/>
        </p:nvCxnSpPr>
        <p:spPr>
          <a:xfrm>
            <a:off x="4427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5"/>
          <p:cNvCxnSpPr/>
          <p:nvPr/>
        </p:nvCxnSpPr>
        <p:spPr>
          <a:xfrm>
            <a:off x="5445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6"/>
          <p:cNvSpPr txBox="true"/>
          <p:nvPr/>
        </p:nvSpPr>
        <p:spPr>
          <a:xfrm>
            <a:off x="4544028" y="931339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7"/>
          <p:cNvCxnSpPr/>
          <p:nvPr/>
        </p:nvCxnSpPr>
        <p:spPr>
          <a:xfrm>
            <a:off x="5443188" y="953649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8"/>
          <p:cNvCxnSpPr/>
          <p:nvPr/>
        </p:nvCxnSpPr>
        <p:spPr>
          <a:xfrm>
            <a:off x="6461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9"/>
          <p:cNvSpPr txBox="true"/>
          <p:nvPr/>
        </p:nvSpPr>
        <p:spPr>
          <a:xfrm>
            <a:off x="5560028" y="931339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200"/>
          <p:cNvCxnSpPr/>
          <p:nvPr/>
        </p:nvCxnSpPr>
        <p:spPr>
          <a:xfrm>
            <a:off x="431800" y="982589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431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2"/>
          <p:cNvCxnSpPr/>
          <p:nvPr/>
        </p:nvCxnSpPr>
        <p:spPr>
          <a:xfrm>
            <a:off x="1193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3"/>
          <p:cNvSpPr txBox="true"/>
          <p:nvPr/>
        </p:nvSpPr>
        <p:spPr>
          <a:xfrm>
            <a:off x="546100" y="96027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4"/>
          <p:cNvCxnSpPr/>
          <p:nvPr/>
        </p:nvCxnSpPr>
        <p:spPr>
          <a:xfrm>
            <a:off x="1191260" y="982589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5"/>
          <p:cNvCxnSpPr/>
          <p:nvPr/>
        </p:nvCxnSpPr>
        <p:spPr>
          <a:xfrm>
            <a:off x="3413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6"/>
          <p:cNvSpPr txBox="true"/>
          <p:nvPr/>
        </p:nvSpPr>
        <p:spPr>
          <a:xfrm>
            <a:off x="1308100" y="9602799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7"/>
          <p:cNvCxnSpPr/>
          <p:nvPr/>
        </p:nvCxnSpPr>
        <p:spPr>
          <a:xfrm>
            <a:off x="3411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8"/>
          <p:cNvCxnSpPr/>
          <p:nvPr/>
        </p:nvCxnSpPr>
        <p:spPr>
          <a:xfrm>
            <a:off x="4429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9"/>
          <p:cNvSpPr txBox="true"/>
          <p:nvPr/>
        </p:nvSpPr>
        <p:spPr>
          <a:xfrm>
            <a:off x="3528028" y="960279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10"/>
          <p:cNvCxnSpPr/>
          <p:nvPr/>
        </p:nvCxnSpPr>
        <p:spPr>
          <a:xfrm>
            <a:off x="4427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1"/>
          <p:cNvCxnSpPr/>
          <p:nvPr/>
        </p:nvCxnSpPr>
        <p:spPr>
          <a:xfrm>
            <a:off x="5445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2"/>
          <p:cNvSpPr txBox="true"/>
          <p:nvPr/>
        </p:nvSpPr>
        <p:spPr>
          <a:xfrm>
            <a:off x="4544028" y="960279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3"/>
          <p:cNvCxnSpPr/>
          <p:nvPr/>
        </p:nvCxnSpPr>
        <p:spPr>
          <a:xfrm>
            <a:off x="5443188" y="982589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4"/>
          <p:cNvCxnSpPr/>
          <p:nvPr/>
        </p:nvCxnSpPr>
        <p:spPr>
          <a:xfrm>
            <a:off x="6461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5"/>
          <p:cNvSpPr txBox="true"/>
          <p:nvPr/>
        </p:nvSpPr>
        <p:spPr>
          <a:xfrm>
            <a:off x="5560028" y="960279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6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7"/>
          <p:cNvSpPr txBox="true"/>
          <p:nvPr/>
        </p:nvSpPr>
        <p:spPr>
          <a:xfrm>
            <a:off x="6689746" y="220377"/>
            <a:ext cx="439725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Q2 2026</a:t>
            </a:r>
            <a:endParaRPr lang="en-US" sz="1100"/>
          </a:p>
        </p:txBody>
      </p:sp>
      <p:cxnSp>
        <p:nvCxnSpPr>
          <p:cNvPr name="GraphCompose Header Separator" id="218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19"/>
          <p:cNvSpPr txBox="true"/>
          <p:nvPr/>
        </p:nvSpPr>
        <p:spPr>
          <a:xfrm>
            <a:off x="431800" y="10321827"/>
            <a:ext cx="1684566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— sample report</a:t>
            </a:r>
            <a:endParaRPr lang="en-US" sz="1100"/>
          </a:p>
        </p:txBody>
      </p:sp>
      <p:sp>
        <p:nvSpPr>
          <p:cNvPr name="GraphCompose Footer" id="220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1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194181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26667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20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1970199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1970199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2665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1586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Transformable&lt;T&gt; reaches every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61008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leaf builder, so any shape rotates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37929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05169" cy="1682433"/>
          </a:xfrm>
          <a:prstGeom prst="roundRect">
            <a:avLst>
              <a:gd name="adj" fmla="val 603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382455"/>
            <a:ext cx="6505169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1508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Publish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branch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merges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review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310298"/>
            <a:ext cx="94983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576363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8"/>
          <p:cNvSpPr txBox="true"/>
          <p:nvPr/>
        </p:nvSpPr>
        <p:spPr>
          <a:xfrm>
            <a:off x="609600" y="9006893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9" id="439"/>
          <p:cNvCxnSpPr/>
          <p:nvPr/>
        </p:nvCxnSpPr>
        <p:spPr>
          <a:xfrm>
            <a:off x="431800" y="9560255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40"/>
          <p:cNvSpPr txBox="true"/>
          <p:nvPr/>
        </p:nvSpPr>
        <p:spPr>
          <a:xfrm>
            <a:off x="431800" y="9641401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60210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2"/>
          <p:cNvSpPr txBox="true"/>
          <p:nvPr/>
        </p:nvSpPr>
        <p:spPr>
          <a:xfrm>
            <a:off x="431800" y="9879018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pic>
        <p:nvPicPr>
          <p:cNvPr name="Picture 443" id="44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334" y="9560255"/>
            <a:ext cx="2286000" cy="457200"/>
          </a:xfrm>
          <a:prstGeom prst="rect">
            <a:avLst/>
          </a:prstGeom>
        </p:spPr>
      </p:pic>
      <p:sp>
        <p:nvSpPr>
          <p:cNvPr name="GraphCompose Header" id="444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5"/>
          <p:cNvSpPr txBox="true"/>
          <p:nvPr/>
        </p:nvSpPr>
        <p:spPr>
          <a:xfrm>
            <a:off x="6689746" y="220377"/>
            <a:ext cx="439725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Q2 2026</a:t>
            </a:r>
            <a:endParaRPr lang="en-US" sz="1100"/>
          </a:p>
        </p:txBody>
      </p:sp>
      <p:cxnSp>
        <p:nvCxnSpPr>
          <p:cNvPr name="GraphCompose Header Separator" id="446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7"/>
          <p:cNvSpPr txBox="true"/>
          <p:nvPr/>
        </p:nvSpPr>
        <p:spPr>
          <a:xfrm>
            <a:off x="431800" y="10321827"/>
            <a:ext cx="1684566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— sample report</a:t>
            </a:r>
            <a:endParaRPr lang="en-US" sz="1100"/>
          </a:p>
        </p:txBody>
      </p:sp>
      <p:sp>
        <p:nvSpPr>
          <p:cNvPr name="GraphCompose Footer" id="448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49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canonical document surface</dc:subject>
  <dc:title>GraphCompose master showcase</dc:title>
</cp:coreProperties>
</file>