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379466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4762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06754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397406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56614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47266" y="5545189"/>
            <a:ext cx="61117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257171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447823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07031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697683" y="5545189"/>
            <a:ext cx="78902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485439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548990" y="5545189"/>
            <a:ext cx="1005053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