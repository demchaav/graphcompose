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embeddedFontLst>
    <p:embeddedFont>
      <p:font typeface="Amiri"/>
      <p:regular r:id="rId11"/>
    </p:embeddedFont>
    <p:embeddedFont>
      <p:font typeface="David Libre"/>
      <p:regular r:id="rId12"/>
    </p:embeddedFont>
    <p:embeddedFont>
      <p:font typeface="Noto Sans Georgian"/>
      <p:regular r:id="rId13"/>
    </p:embeddedFont>
    <p:embeddedFont>
      <p:font typeface="Noto Sans Armenian"/>
      <p:regular r:id="rId14"/>
    </p:embeddedFont>
    <p:embeddedFont>
      <p:font typeface="Gothic A1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.fntdata" Type="http://schemas.openxmlformats.org/officeDocument/2006/relationships/font"/><Relationship Id="rId12" Target="fonts/font2.fntdata" Type="http://schemas.openxmlformats.org/officeDocument/2006/relationships/font"/><Relationship Id="rId13" Target="fonts/font3.fntdata" Type="http://schemas.openxmlformats.org/officeDocument/2006/relationships/font"/><Relationship Id="rId14" Target="fonts/font4.fntdata" Type="http://schemas.openxmlformats.org/officeDocument/2006/relationships/font"/><Relationship Id="rId15" Target="fonts/font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v2.1.1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MULTILINGUAL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86196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Documents that read right to left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80128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 paragraph — or a table cell — says which way it runs, and Hebrew and Arabic lay out, join and mirror correctly. The PDF is painted, so the engine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1064526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resolves the line itself; Word and PowerPoint order text themselves and are told what each needs instead. Five script families ship with the library.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032000" cy="1214971"/>
          </a:xfrm>
          <a:prstGeom prst="roundRect">
            <a:avLst>
              <a:gd name="adj" fmla="val 10453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4755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Arabic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26564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AMIRI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617396" y="2885783"/>
            <a:ext cx="873074" cy="3795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Amiri"/>
              </a:rPr>
              <a:t>مرحبا بالعالم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28702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3"/>
          <p:cNvSpPr txBox="true"/>
          <p:nvPr/>
        </p:nvSpPr>
        <p:spPr>
          <a:xfrm>
            <a:off x="3073400" y="2428224"/>
            <a:ext cx="5517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Hebrew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3073400" y="2626564"/>
            <a:ext cx="7137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DAVID_LIBRE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65448" y="2885783"/>
            <a:ext cx="934822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David Libre"/>
              </a:rPr>
              <a:t>שלום עולם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50800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"/>
          <p:cNvSpPr txBox="true"/>
          <p:nvPr/>
        </p:nvSpPr>
        <p:spPr>
          <a:xfrm>
            <a:off x="5283200" y="2428224"/>
            <a:ext cx="6703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Georgian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2832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NOTO_SANS_GEORGIAN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283200" y="2885783"/>
            <a:ext cx="1216139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Georgian"/>
              </a:rPr>
              <a:t>გამარჯობა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2898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1"/>
          <p:cNvSpPr txBox="true"/>
          <p:nvPr/>
        </p:nvSpPr>
        <p:spPr>
          <a:xfrm>
            <a:off x="7493000" y="2428224"/>
            <a:ext cx="7041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Armenian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74930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NOTO_SANS_ARMENIAN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7493000" y="2885783"/>
            <a:ext cx="1606702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Armenian"/>
              </a:rPr>
              <a:t>Բարև աշխարհ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94996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5"/>
          <p:cNvSpPr txBox="true"/>
          <p:nvPr/>
        </p:nvSpPr>
        <p:spPr>
          <a:xfrm>
            <a:off x="9702800" y="2428224"/>
            <a:ext cx="526288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Korean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702800" y="2626564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GOTHIC_A1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702800" y="2885783"/>
            <a:ext cx="1038670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ea typeface="Gothic A1"/>
              </a:rPr>
              <a:t>안녕하세요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869416"/>
            <a:ext cx="197372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Ordered by the algorithm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15791"/>
            <a:ext cx="304505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Lines resolve through UAX #9, so a Latin word or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283113"/>
            <a:ext cx="300593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number inside Hebrew keeps running forwards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863600" y="4450436"/>
            <a:ext cx="28666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and paired punctuation faces what it encloses.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4343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4343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4546600" y="3869416"/>
            <a:ext cx="1799539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Joined, then measured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115791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Arabic is shaped into its contextual forms before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283113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line is measured, so a column is sized to the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546600" y="4450436"/>
            <a:ext cx="19268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letters the page actually draws.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8026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1" id="41"/>
          <p:cNvCxnSpPr/>
          <p:nvPr/>
        </p:nvCxnSpPr>
        <p:spPr>
          <a:xfrm>
            <a:off x="8026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8229600" y="3869416"/>
            <a:ext cx="20564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The same in three formats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115791"/>
            <a:ext cx="293622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PDF, PowerPoint and Word each get what their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283113"/>
            <a:ext cx="260262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own text engine needs — the document is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8229600" y="4450436"/>
            <a:ext cx="93320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authored once.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660400" y="5040426"/>
            <a:ext cx="83299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Each card names its FontName constant. Every word of Hebrew and Arabic above was laid out by the engine that drew this page — no image is embedded.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