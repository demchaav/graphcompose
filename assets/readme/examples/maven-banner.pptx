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v2.1.0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2.8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2.8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5.7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5.7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14.5 ms · 3.1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9.9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15.3 ms · 3.9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57.6 ms · 13.8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21.1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64.1 ms · 19.2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291.0 ms · 68.2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64.8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4.5x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3.6x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2026-07-26 23:00:56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00247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863600" y="3950387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39910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34701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300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true">
            <a:off x="1884892" y="4513771"/>
            <a:ext cx="1552363" cy="57682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0" id="20"/>
          <p:cNvCxnSpPr/>
          <p:nvPr/>
        </p:nvCxnSpPr>
        <p:spPr>
          <a:xfrm flipV="true">
            <a:off x="3437255" y="4219206"/>
            <a:ext cx="1552363" cy="294566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1" id="21"/>
          <p:cNvCxnSpPr/>
          <p:nvPr/>
        </p:nvCxnSpPr>
        <p:spPr>
          <a:xfrm flipV="true">
            <a:off x="1884892" y="4258485"/>
            <a:ext cx="1552363" cy="259630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2849856"/>
            <a:ext cx="1552363" cy="140862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478353"/>
            <a:ext cx="1552363" cy="67819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4215042"/>
            <a:ext cx="1552363" cy="263311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5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9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5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7" id="37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38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true">
            <a:off x="7393517" y="4516924"/>
            <a:ext cx="1573953" cy="66522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48" id="48"/>
          <p:cNvCxnSpPr/>
          <p:nvPr/>
        </p:nvCxnSpPr>
        <p:spPr>
          <a:xfrm flipV="true">
            <a:off x="8967470" y="4172324"/>
            <a:ext cx="1573953" cy="34460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49" id="49"/>
          <p:cNvCxnSpPr/>
          <p:nvPr/>
        </p:nvCxnSpPr>
        <p:spPr>
          <a:xfrm flipV="true">
            <a:off x="7393517" y="4293375"/>
            <a:ext cx="1573953" cy="243460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3063630"/>
            <a:ext cx="1573953" cy="122974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417281"/>
            <a:ext cx="1573953" cy="94397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3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4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5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7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2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