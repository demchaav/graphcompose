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D1121"/>
              </a:gs>
              <a:gs pos="60000">
                <a:srgbClr val="0F1427"/>
              </a:gs>
              <a:gs pos="100000">
                <a:srgbClr val="12172C"/>
              </a:gs>
            </a:gsLst>
            <a:lin ang="20520000"/>
          </a:gra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8763000" y="-1524000"/>
            <a:ext cx="4572000" cy="4572000"/>
          </a:xfrm>
          <a:prstGeom prst="ellipse">
            <a:avLst/>
          </a:prstGeom>
          <a:solidFill>
            <a:srgbClr val="E9972D">
              <a:alpha val="5882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655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655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" id="7"/>
          <p:cNvSpPr/>
          <p:nvPr/>
        </p:nvSpPr>
        <p:spPr>
          <a:xfrm>
            <a:off x="655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" id="8"/>
          <p:cNvSpPr/>
          <p:nvPr/>
        </p:nvSpPr>
        <p:spPr>
          <a:xfrm>
            <a:off x="655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" id="9"/>
          <p:cNvSpPr/>
          <p:nvPr/>
        </p:nvSpPr>
        <p:spPr>
          <a:xfrm>
            <a:off x="655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" id="10"/>
          <p:cNvSpPr/>
          <p:nvPr/>
        </p:nvSpPr>
        <p:spPr>
          <a:xfrm>
            <a:off x="655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" id="11"/>
          <p:cNvSpPr/>
          <p:nvPr/>
        </p:nvSpPr>
        <p:spPr>
          <a:xfrm>
            <a:off x="655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" id="12"/>
          <p:cNvSpPr/>
          <p:nvPr/>
        </p:nvSpPr>
        <p:spPr>
          <a:xfrm>
            <a:off x="655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" id="13"/>
          <p:cNvSpPr/>
          <p:nvPr/>
        </p:nvSpPr>
        <p:spPr>
          <a:xfrm>
            <a:off x="655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" id="14"/>
          <p:cNvSpPr/>
          <p:nvPr/>
        </p:nvSpPr>
        <p:spPr>
          <a:xfrm>
            <a:off x="655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" id="15"/>
          <p:cNvSpPr/>
          <p:nvPr/>
        </p:nvSpPr>
        <p:spPr>
          <a:xfrm>
            <a:off x="655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6" id="16"/>
          <p:cNvSpPr/>
          <p:nvPr/>
        </p:nvSpPr>
        <p:spPr>
          <a:xfrm>
            <a:off x="693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7" id="17"/>
          <p:cNvSpPr/>
          <p:nvPr/>
        </p:nvSpPr>
        <p:spPr>
          <a:xfrm>
            <a:off x="693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8" id="18"/>
          <p:cNvSpPr/>
          <p:nvPr/>
        </p:nvSpPr>
        <p:spPr>
          <a:xfrm>
            <a:off x="693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9" id="19"/>
          <p:cNvSpPr/>
          <p:nvPr/>
        </p:nvSpPr>
        <p:spPr>
          <a:xfrm>
            <a:off x="693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0" id="20"/>
          <p:cNvSpPr/>
          <p:nvPr/>
        </p:nvSpPr>
        <p:spPr>
          <a:xfrm>
            <a:off x="693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1" id="21"/>
          <p:cNvSpPr/>
          <p:nvPr/>
        </p:nvSpPr>
        <p:spPr>
          <a:xfrm>
            <a:off x="693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2" id="22"/>
          <p:cNvSpPr/>
          <p:nvPr/>
        </p:nvSpPr>
        <p:spPr>
          <a:xfrm>
            <a:off x="693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3" id="23"/>
          <p:cNvSpPr/>
          <p:nvPr/>
        </p:nvSpPr>
        <p:spPr>
          <a:xfrm>
            <a:off x="693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4" id="24"/>
          <p:cNvSpPr/>
          <p:nvPr/>
        </p:nvSpPr>
        <p:spPr>
          <a:xfrm>
            <a:off x="693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5" id="25"/>
          <p:cNvSpPr/>
          <p:nvPr/>
        </p:nvSpPr>
        <p:spPr>
          <a:xfrm>
            <a:off x="693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6" id="26"/>
          <p:cNvSpPr/>
          <p:nvPr/>
        </p:nvSpPr>
        <p:spPr>
          <a:xfrm>
            <a:off x="693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7" id="27"/>
          <p:cNvSpPr/>
          <p:nvPr/>
        </p:nvSpPr>
        <p:spPr>
          <a:xfrm>
            <a:off x="731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8" id="28"/>
          <p:cNvSpPr/>
          <p:nvPr/>
        </p:nvSpPr>
        <p:spPr>
          <a:xfrm>
            <a:off x="731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9" id="29"/>
          <p:cNvSpPr/>
          <p:nvPr/>
        </p:nvSpPr>
        <p:spPr>
          <a:xfrm>
            <a:off x="731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0" id="30"/>
          <p:cNvSpPr/>
          <p:nvPr/>
        </p:nvSpPr>
        <p:spPr>
          <a:xfrm>
            <a:off x="731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1" id="31"/>
          <p:cNvSpPr/>
          <p:nvPr/>
        </p:nvSpPr>
        <p:spPr>
          <a:xfrm>
            <a:off x="731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2" id="32"/>
          <p:cNvSpPr/>
          <p:nvPr/>
        </p:nvSpPr>
        <p:spPr>
          <a:xfrm>
            <a:off x="731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731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731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731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6" id="36"/>
          <p:cNvSpPr/>
          <p:nvPr/>
        </p:nvSpPr>
        <p:spPr>
          <a:xfrm>
            <a:off x="731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731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769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769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0" id="40"/>
          <p:cNvSpPr/>
          <p:nvPr/>
        </p:nvSpPr>
        <p:spPr>
          <a:xfrm>
            <a:off x="769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1" id="41"/>
          <p:cNvSpPr/>
          <p:nvPr/>
        </p:nvSpPr>
        <p:spPr>
          <a:xfrm>
            <a:off x="769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2" id="42"/>
          <p:cNvSpPr/>
          <p:nvPr/>
        </p:nvSpPr>
        <p:spPr>
          <a:xfrm>
            <a:off x="769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3" id="43"/>
          <p:cNvSpPr/>
          <p:nvPr/>
        </p:nvSpPr>
        <p:spPr>
          <a:xfrm>
            <a:off x="769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4" id="44"/>
          <p:cNvSpPr/>
          <p:nvPr/>
        </p:nvSpPr>
        <p:spPr>
          <a:xfrm>
            <a:off x="769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5" id="45"/>
          <p:cNvSpPr/>
          <p:nvPr/>
        </p:nvSpPr>
        <p:spPr>
          <a:xfrm>
            <a:off x="769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6" id="46"/>
          <p:cNvSpPr/>
          <p:nvPr/>
        </p:nvSpPr>
        <p:spPr>
          <a:xfrm>
            <a:off x="769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7" id="47"/>
          <p:cNvSpPr/>
          <p:nvPr/>
        </p:nvSpPr>
        <p:spPr>
          <a:xfrm>
            <a:off x="769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8" id="48"/>
          <p:cNvSpPr/>
          <p:nvPr/>
        </p:nvSpPr>
        <p:spPr>
          <a:xfrm>
            <a:off x="769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9" id="49"/>
          <p:cNvSpPr/>
          <p:nvPr/>
        </p:nvSpPr>
        <p:spPr>
          <a:xfrm>
            <a:off x="8077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0" id="50"/>
          <p:cNvSpPr/>
          <p:nvPr/>
        </p:nvSpPr>
        <p:spPr>
          <a:xfrm>
            <a:off x="8077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1" id="51"/>
          <p:cNvSpPr/>
          <p:nvPr/>
        </p:nvSpPr>
        <p:spPr>
          <a:xfrm>
            <a:off x="8077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2" id="52"/>
          <p:cNvSpPr/>
          <p:nvPr/>
        </p:nvSpPr>
        <p:spPr>
          <a:xfrm>
            <a:off x="8077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3" id="53"/>
          <p:cNvSpPr/>
          <p:nvPr/>
        </p:nvSpPr>
        <p:spPr>
          <a:xfrm>
            <a:off x="8077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4" id="54"/>
          <p:cNvSpPr/>
          <p:nvPr/>
        </p:nvSpPr>
        <p:spPr>
          <a:xfrm>
            <a:off x="8077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5" id="55"/>
          <p:cNvSpPr/>
          <p:nvPr/>
        </p:nvSpPr>
        <p:spPr>
          <a:xfrm>
            <a:off x="8077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6" id="56"/>
          <p:cNvSpPr/>
          <p:nvPr/>
        </p:nvSpPr>
        <p:spPr>
          <a:xfrm>
            <a:off x="8077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7" id="57"/>
          <p:cNvSpPr/>
          <p:nvPr/>
        </p:nvSpPr>
        <p:spPr>
          <a:xfrm>
            <a:off x="8077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8077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8077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8458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8458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2" id="62"/>
          <p:cNvSpPr/>
          <p:nvPr/>
        </p:nvSpPr>
        <p:spPr>
          <a:xfrm>
            <a:off x="8458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3" id="63"/>
          <p:cNvSpPr/>
          <p:nvPr/>
        </p:nvSpPr>
        <p:spPr>
          <a:xfrm>
            <a:off x="8458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4" id="64"/>
          <p:cNvSpPr/>
          <p:nvPr/>
        </p:nvSpPr>
        <p:spPr>
          <a:xfrm>
            <a:off x="8458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5" id="65"/>
          <p:cNvSpPr/>
          <p:nvPr/>
        </p:nvSpPr>
        <p:spPr>
          <a:xfrm>
            <a:off x="8458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6" id="66"/>
          <p:cNvSpPr/>
          <p:nvPr/>
        </p:nvSpPr>
        <p:spPr>
          <a:xfrm>
            <a:off x="8458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7" id="67"/>
          <p:cNvSpPr/>
          <p:nvPr/>
        </p:nvSpPr>
        <p:spPr>
          <a:xfrm>
            <a:off x="8458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8" id="68"/>
          <p:cNvSpPr/>
          <p:nvPr/>
        </p:nvSpPr>
        <p:spPr>
          <a:xfrm>
            <a:off x="8458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9" id="69"/>
          <p:cNvSpPr/>
          <p:nvPr/>
        </p:nvSpPr>
        <p:spPr>
          <a:xfrm>
            <a:off x="8458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0" id="70"/>
          <p:cNvSpPr/>
          <p:nvPr/>
        </p:nvSpPr>
        <p:spPr>
          <a:xfrm>
            <a:off x="8458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1" id="71"/>
          <p:cNvSpPr/>
          <p:nvPr/>
        </p:nvSpPr>
        <p:spPr>
          <a:xfrm>
            <a:off x="8839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2" id="72"/>
          <p:cNvSpPr/>
          <p:nvPr/>
        </p:nvSpPr>
        <p:spPr>
          <a:xfrm>
            <a:off x="8839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3" id="73"/>
          <p:cNvSpPr/>
          <p:nvPr/>
        </p:nvSpPr>
        <p:spPr>
          <a:xfrm>
            <a:off x="8839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4" id="74"/>
          <p:cNvSpPr/>
          <p:nvPr/>
        </p:nvSpPr>
        <p:spPr>
          <a:xfrm>
            <a:off x="8839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5" id="75"/>
          <p:cNvSpPr/>
          <p:nvPr/>
        </p:nvSpPr>
        <p:spPr>
          <a:xfrm>
            <a:off x="8839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6" id="76"/>
          <p:cNvSpPr/>
          <p:nvPr/>
        </p:nvSpPr>
        <p:spPr>
          <a:xfrm>
            <a:off x="8839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7" id="77"/>
          <p:cNvSpPr/>
          <p:nvPr/>
        </p:nvSpPr>
        <p:spPr>
          <a:xfrm>
            <a:off x="8839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8" id="78"/>
          <p:cNvSpPr/>
          <p:nvPr/>
        </p:nvSpPr>
        <p:spPr>
          <a:xfrm>
            <a:off x="8839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9" id="79"/>
          <p:cNvSpPr/>
          <p:nvPr/>
        </p:nvSpPr>
        <p:spPr>
          <a:xfrm>
            <a:off x="8839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0" id="80"/>
          <p:cNvSpPr/>
          <p:nvPr/>
        </p:nvSpPr>
        <p:spPr>
          <a:xfrm>
            <a:off x="8839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1" id="81"/>
          <p:cNvSpPr/>
          <p:nvPr/>
        </p:nvSpPr>
        <p:spPr>
          <a:xfrm>
            <a:off x="8839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2" id="82"/>
          <p:cNvSpPr/>
          <p:nvPr/>
        </p:nvSpPr>
        <p:spPr>
          <a:xfrm>
            <a:off x="9220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3" id="83"/>
          <p:cNvSpPr/>
          <p:nvPr/>
        </p:nvSpPr>
        <p:spPr>
          <a:xfrm>
            <a:off x="9220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9220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9220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6" id="86"/>
          <p:cNvSpPr/>
          <p:nvPr/>
        </p:nvSpPr>
        <p:spPr>
          <a:xfrm>
            <a:off x="9220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9220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8" id="88"/>
          <p:cNvSpPr/>
          <p:nvPr/>
        </p:nvSpPr>
        <p:spPr>
          <a:xfrm>
            <a:off x="9220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9220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0" id="90"/>
          <p:cNvSpPr/>
          <p:nvPr/>
        </p:nvSpPr>
        <p:spPr>
          <a:xfrm>
            <a:off x="9220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9220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9220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3" id="93"/>
          <p:cNvSpPr/>
          <p:nvPr/>
        </p:nvSpPr>
        <p:spPr>
          <a:xfrm>
            <a:off x="9601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4" id="94"/>
          <p:cNvSpPr/>
          <p:nvPr/>
        </p:nvSpPr>
        <p:spPr>
          <a:xfrm>
            <a:off x="9601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5" id="95"/>
          <p:cNvSpPr/>
          <p:nvPr/>
        </p:nvSpPr>
        <p:spPr>
          <a:xfrm>
            <a:off x="9601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6" id="96"/>
          <p:cNvSpPr/>
          <p:nvPr/>
        </p:nvSpPr>
        <p:spPr>
          <a:xfrm>
            <a:off x="9601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7" id="97"/>
          <p:cNvSpPr/>
          <p:nvPr/>
        </p:nvSpPr>
        <p:spPr>
          <a:xfrm>
            <a:off x="9601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8" id="98"/>
          <p:cNvSpPr/>
          <p:nvPr/>
        </p:nvSpPr>
        <p:spPr>
          <a:xfrm>
            <a:off x="9601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9" id="99"/>
          <p:cNvSpPr/>
          <p:nvPr/>
        </p:nvSpPr>
        <p:spPr>
          <a:xfrm>
            <a:off x="9601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0" id="100"/>
          <p:cNvSpPr/>
          <p:nvPr/>
        </p:nvSpPr>
        <p:spPr>
          <a:xfrm>
            <a:off x="9601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1" id="101"/>
          <p:cNvSpPr/>
          <p:nvPr/>
        </p:nvSpPr>
        <p:spPr>
          <a:xfrm>
            <a:off x="9601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9601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3" id="103"/>
          <p:cNvSpPr/>
          <p:nvPr/>
        </p:nvSpPr>
        <p:spPr>
          <a:xfrm>
            <a:off x="9601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4" id="104"/>
          <p:cNvSpPr/>
          <p:nvPr/>
        </p:nvSpPr>
        <p:spPr>
          <a:xfrm>
            <a:off x="9982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9982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6" id="106"/>
          <p:cNvSpPr/>
          <p:nvPr/>
        </p:nvSpPr>
        <p:spPr>
          <a:xfrm>
            <a:off x="9982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7" id="107"/>
          <p:cNvSpPr/>
          <p:nvPr/>
        </p:nvSpPr>
        <p:spPr>
          <a:xfrm>
            <a:off x="9982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9982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9982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0" id="110"/>
          <p:cNvSpPr/>
          <p:nvPr/>
        </p:nvSpPr>
        <p:spPr>
          <a:xfrm>
            <a:off x="9982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1" id="111"/>
          <p:cNvSpPr/>
          <p:nvPr/>
        </p:nvSpPr>
        <p:spPr>
          <a:xfrm>
            <a:off x="9982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9982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3" id="113"/>
          <p:cNvSpPr/>
          <p:nvPr/>
        </p:nvSpPr>
        <p:spPr>
          <a:xfrm>
            <a:off x="9982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4" id="114"/>
          <p:cNvSpPr/>
          <p:nvPr/>
        </p:nvSpPr>
        <p:spPr>
          <a:xfrm>
            <a:off x="9982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5" id="115"/>
          <p:cNvSpPr/>
          <p:nvPr/>
        </p:nvSpPr>
        <p:spPr>
          <a:xfrm>
            <a:off x="1036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6" id="116"/>
          <p:cNvSpPr/>
          <p:nvPr/>
        </p:nvSpPr>
        <p:spPr>
          <a:xfrm>
            <a:off x="1036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7" id="117"/>
          <p:cNvSpPr/>
          <p:nvPr/>
        </p:nvSpPr>
        <p:spPr>
          <a:xfrm>
            <a:off x="1036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8" id="118"/>
          <p:cNvSpPr/>
          <p:nvPr/>
        </p:nvSpPr>
        <p:spPr>
          <a:xfrm>
            <a:off x="1036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9" id="119"/>
          <p:cNvSpPr/>
          <p:nvPr/>
        </p:nvSpPr>
        <p:spPr>
          <a:xfrm>
            <a:off x="1036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0" id="120"/>
          <p:cNvSpPr/>
          <p:nvPr/>
        </p:nvSpPr>
        <p:spPr>
          <a:xfrm>
            <a:off x="1036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1" id="121"/>
          <p:cNvSpPr/>
          <p:nvPr/>
        </p:nvSpPr>
        <p:spPr>
          <a:xfrm>
            <a:off x="1036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2" id="122"/>
          <p:cNvSpPr/>
          <p:nvPr/>
        </p:nvSpPr>
        <p:spPr>
          <a:xfrm>
            <a:off x="1036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3" id="123"/>
          <p:cNvSpPr/>
          <p:nvPr/>
        </p:nvSpPr>
        <p:spPr>
          <a:xfrm>
            <a:off x="1036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4" id="124"/>
          <p:cNvSpPr/>
          <p:nvPr/>
        </p:nvSpPr>
        <p:spPr>
          <a:xfrm>
            <a:off x="1036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5" id="125"/>
          <p:cNvSpPr/>
          <p:nvPr/>
        </p:nvSpPr>
        <p:spPr>
          <a:xfrm>
            <a:off x="1036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6" id="126"/>
          <p:cNvSpPr/>
          <p:nvPr/>
        </p:nvSpPr>
        <p:spPr>
          <a:xfrm>
            <a:off x="1074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7" id="127"/>
          <p:cNvSpPr/>
          <p:nvPr/>
        </p:nvSpPr>
        <p:spPr>
          <a:xfrm>
            <a:off x="1074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8" id="128"/>
          <p:cNvSpPr/>
          <p:nvPr/>
        </p:nvSpPr>
        <p:spPr>
          <a:xfrm>
            <a:off x="1074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9" id="129"/>
          <p:cNvSpPr/>
          <p:nvPr/>
        </p:nvSpPr>
        <p:spPr>
          <a:xfrm>
            <a:off x="1074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0" id="130"/>
          <p:cNvSpPr/>
          <p:nvPr/>
        </p:nvSpPr>
        <p:spPr>
          <a:xfrm>
            <a:off x="1074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1" id="131"/>
          <p:cNvSpPr/>
          <p:nvPr/>
        </p:nvSpPr>
        <p:spPr>
          <a:xfrm>
            <a:off x="1074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2" id="132"/>
          <p:cNvSpPr/>
          <p:nvPr/>
        </p:nvSpPr>
        <p:spPr>
          <a:xfrm>
            <a:off x="1074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3" id="133"/>
          <p:cNvSpPr/>
          <p:nvPr/>
        </p:nvSpPr>
        <p:spPr>
          <a:xfrm>
            <a:off x="1074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4" id="134"/>
          <p:cNvSpPr/>
          <p:nvPr/>
        </p:nvSpPr>
        <p:spPr>
          <a:xfrm>
            <a:off x="1074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5" id="135"/>
          <p:cNvSpPr/>
          <p:nvPr/>
        </p:nvSpPr>
        <p:spPr>
          <a:xfrm>
            <a:off x="1074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6" id="136"/>
          <p:cNvSpPr/>
          <p:nvPr/>
        </p:nvSpPr>
        <p:spPr>
          <a:xfrm>
            <a:off x="1074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7" id="137"/>
          <p:cNvSpPr/>
          <p:nvPr/>
        </p:nvSpPr>
        <p:spPr>
          <a:xfrm>
            <a:off x="1112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8" id="138"/>
          <p:cNvSpPr/>
          <p:nvPr/>
        </p:nvSpPr>
        <p:spPr>
          <a:xfrm>
            <a:off x="1112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9" id="139"/>
          <p:cNvSpPr/>
          <p:nvPr/>
        </p:nvSpPr>
        <p:spPr>
          <a:xfrm>
            <a:off x="1112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0" id="140"/>
          <p:cNvSpPr/>
          <p:nvPr/>
        </p:nvSpPr>
        <p:spPr>
          <a:xfrm>
            <a:off x="1112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1" id="141"/>
          <p:cNvSpPr/>
          <p:nvPr/>
        </p:nvSpPr>
        <p:spPr>
          <a:xfrm>
            <a:off x="1112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2" id="142"/>
          <p:cNvSpPr/>
          <p:nvPr/>
        </p:nvSpPr>
        <p:spPr>
          <a:xfrm>
            <a:off x="1112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3" id="143"/>
          <p:cNvSpPr/>
          <p:nvPr/>
        </p:nvSpPr>
        <p:spPr>
          <a:xfrm>
            <a:off x="1112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1112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5" id="145"/>
          <p:cNvSpPr/>
          <p:nvPr/>
        </p:nvSpPr>
        <p:spPr>
          <a:xfrm>
            <a:off x="1112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6" id="146"/>
          <p:cNvSpPr/>
          <p:nvPr/>
        </p:nvSpPr>
        <p:spPr>
          <a:xfrm>
            <a:off x="1112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7" id="147"/>
          <p:cNvSpPr/>
          <p:nvPr/>
        </p:nvSpPr>
        <p:spPr>
          <a:xfrm>
            <a:off x="1112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8" id="148"/>
          <p:cNvSpPr/>
          <p:nvPr/>
        </p:nvSpPr>
        <p:spPr>
          <a:xfrm>
            <a:off x="1150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9" id="149"/>
          <p:cNvSpPr/>
          <p:nvPr/>
        </p:nvSpPr>
        <p:spPr>
          <a:xfrm>
            <a:off x="1150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0" id="150"/>
          <p:cNvSpPr/>
          <p:nvPr/>
        </p:nvSpPr>
        <p:spPr>
          <a:xfrm>
            <a:off x="1150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1" id="151"/>
          <p:cNvSpPr/>
          <p:nvPr/>
        </p:nvSpPr>
        <p:spPr>
          <a:xfrm>
            <a:off x="1150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2" id="152"/>
          <p:cNvSpPr/>
          <p:nvPr/>
        </p:nvSpPr>
        <p:spPr>
          <a:xfrm>
            <a:off x="1150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3" id="153"/>
          <p:cNvSpPr/>
          <p:nvPr/>
        </p:nvSpPr>
        <p:spPr>
          <a:xfrm>
            <a:off x="1150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4" id="154"/>
          <p:cNvSpPr/>
          <p:nvPr/>
        </p:nvSpPr>
        <p:spPr>
          <a:xfrm>
            <a:off x="1150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5" id="155"/>
          <p:cNvSpPr/>
          <p:nvPr/>
        </p:nvSpPr>
        <p:spPr>
          <a:xfrm>
            <a:off x="1150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6" id="156"/>
          <p:cNvSpPr/>
          <p:nvPr/>
        </p:nvSpPr>
        <p:spPr>
          <a:xfrm>
            <a:off x="1150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7" id="157"/>
          <p:cNvSpPr/>
          <p:nvPr/>
        </p:nvSpPr>
        <p:spPr>
          <a:xfrm>
            <a:off x="1150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8" id="158"/>
          <p:cNvSpPr/>
          <p:nvPr/>
        </p:nvSpPr>
        <p:spPr>
          <a:xfrm>
            <a:off x="1150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9" id="159"/>
          <p:cNvSpPr/>
          <p:nvPr/>
        </p:nvSpPr>
        <p:spPr>
          <a:xfrm>
            <a:off x="11455400" y="2794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0" id="160"/>
          <p:cNvSpPr/>
          <p:nvPr/>
        </p:nvSpPr>
        <p:spPr>
          <a:xfrm>
            <a:off x="11455400" y="2794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1" id="161"/>
          <p:cNvSpPr/>
          <p:nvPr/>
        </p:nvSpPr>
        <p:spPr>
          <a:xfrm>
            <a:off x="11963400" y="2794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2" id="162"/>
          <p:cNvSpPr/>
          <p:nvPr/>
        </p:nvSpPr>
        <p:spPr>
          <a:xfrm>
            <a:off x="279400" y="60452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3" id="163"/>
          <p:cNvSpPr/>
          <p:nvPr/>
        </p:nvSpPr>
        <p:spPr>
          <a:xfrm>
            <a:off x="279400" y="65532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4" id="164"/>
          <p:cNvSpPr/>
          <p:nvPr/>
        </p:nvSpPr>
        <p:spPr>
          <a:xfrm>
            <a:off x="279400" y="60452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5" id="165"/>
          <p:cNvSpPr/>
          <p:nvPr/>
        </p:nvSpPr>
        <p:spPr>
          <a:xfrm>
            <a:off x="660400" y="584200"/>
            <a:ext cx="3098800" cy="431800"/>
          </a:xfrm>
          <a:prstGeom prst="roundRect">
            <a:avLst>
              <a:gd name="adj" fmla="val 50000"/>
            </a:avLst>
          </a:prstGeom>
          <a:solidFill>
            <a:srgbClr val="141A2F"/>
          </a:solidFill>
          <a:ln w="12700">
            <a:solidFill>
              <a:srgbClr val="E9972D">
                <a:alpha val="50196"/>
              </a:srgbClr>
            </a:solidFill>
          </a:ln>
        </p:spPr>
      </p:sp>
      <p:sp>
        <p:nvSpPr>
          <p:cNvPr name="AutoShape 166" id="166"/>
          <p:cNvSpPr/>
          <p:nvPr/>
        </p:nvSpPr>
        <p:spPr>
          <a:xfrm>
            <a:off x="762000" y="673100"/>
            <a:ext cx="254000" cy="254000"/>
          </a:xfrm>
          <a:prstGeom prst="roundRect">
            <a:avLst>
              <a:gd name="adj" fmla="val 30000"/>
            </a:avLst>
          </a:prstGeom>
          <a:solidFill>
            <a:srgbClr val="E9972D"/>
          </a:solidFill>
          <a:ln>
            <a:noFill/>
          </a:ln>
        </p:spPr>
      </p:sp>
      <p:pic>
        <p:nvPicPr>
          <p:cNvPr name="GraphCompose Clipped Composite" id="16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50" y="704850"/>
            <a:ext cx="190500" cy="190500"/>
          </a:xfrm>
          <a:prstGeom prst="rect">
            <a:avLst/>
          </a:prstGeom>
        </p:spPr>
      </p:pic>
      <p:sp>
        <p:nvSpPr>
          <p:cNvPr name="GraphCompose Text Line" id="168"/>
          <p:cNvSpPr txBox="true"/>
          <p:nvPr/>
        </p:nvSpPr>
        <p:spPr>
          <a:xfrm>
            <a:off x="1117600" y="724342"/>
            <a:ext cx="19824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CED4E6"/>
                </a:solidFill>
                <a:latin typeface="Courier New"/>
              </a:rPr>
              <a:t>AVAILABLE ON MAVEN CENTRAL</a:t>
            </a:r>
            <a:endParaRPr lang="en-US" sz="1100"/>
          </a:p>
        </p:txBody>
      </p:sp>
      <p:sp>
        <p:nvSpPr>
          <p:cNvPr name="GraphCompose Text Line" id="169"/>
          <p:cNvSpPr txBox="true"/>
          <p:nvPr/>
        </p:nvSpPr>
        <p:spPr>
          <a:xfrm>
            <a:off x="635000" y="1076498"/>
            <a:ext cx="5379466" cy="7048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000" b="false" i="false" u="none" strike="noStrike" kern="0">
                <a:solidFill>
                  <a:srgbClr val="F7F8F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70" id="170"/>
          <p:cNvSpPr/>
          <p:nvPr/>
        </p:nvSpPr>
        <p:spPr>
          <a:xfrm>
            <a:off x="698500" y="2260600"/>
            <a:ext cx="990600" cy="635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171"/>
          <p:cNvSpPr txBox="true"/>
          <p:nvPr/>
        </p:nvSpPr>
        <p:spPr>
          <a:xfrm>
            <a:off x="660400" y="2440443"/>
            <a:ext cx="4819828" cy="2408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50" b="false" i="false" u="none" strike="noStrike" kern="0">
                <a:solidFill>
                  <a:srgbClr val="CED4E6"/>
                </a:solidFill>
                <a:latin typeface="Arial"/>
              </a:rPr>
              <a:t>Declarative document generation for Java</a:t>
            </a:r>
            <a:endParaRPr lang="en-US" sz="1100"/>
          </a:p>
        </p:txBody>
      </p:sp>
      <p:sp>
        <p:nvSpPr>
          <p:cNvPr name="AutoShape 172" id="172"/>
          <p:cNvSpPr/>
          <p:nvPr/>
        </p:nvSpPr>
        <p:spPr>
          <a:xfrm>
            <a:off x="660400" y="3175000"/>
            <a:ext cx="5537200" cy="838200"/>
          </a:xfrm>
          <a:prstGeom prst="roundRect">
            <a:avLst>
              <a:gd name="adj" fmla="val 18182"/>
            </a:avLst>
          </a:prstGeom>
          <a:solidFill>
            <a:srgbClr val="10152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3"/>
          <p:cNvSpPr txBox="true"/>
          <p:nvPr/>
        </p:nvSpPr>
        <p:spPr>
          <a:xfrm>
            <a:off x="939800" y="3331851"/>
            <a:ext cx="3536950" cy="14474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F7F8FC"/>
                </a:solidFill>
                <a:latin typeface="Courier New"/>
              </a:rPr>
              <a:t>io.github.demchaav:graph-compose</a:t>
            </a:r>
            <a:endParaRPr lang="en-US" sz="1100"/>
          </a:p>
        </p:txBody>
      </p:sp>
      <p:sp>
        <p:nvSpPr>
          <p:cNvPr name="GraphCompose Text Line" id="174"/>
          <p:cNvSpPr txBox="true"/>
          <p:nvPr/>
        </p:nvSpPr>
        <p:spPr>
          <a:xfrm>
            <a:off x="939800" y="3664503"/>
            <a:ext cx="572770" cy="12477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50" b="false" i="false" u="none" strike="noStrike" kern="0">
                <a:solidFill>
                  <a:srgbClr val="E9972D"/>
                </a:solidFill>
                <a:latin typeface="Courier New"/>
              </a:rPr>
              <a:t>v2.1.0</a:t>
            </a:r>
            <a:endParaRPr lang="en-US" sz="1100"/>
          </a:p>
        </p:txBody>
      </p:sp>
      <p:sp>
        <p:nvSpPr>
          <p:cNvPr name="AutoShape 175" id="175"/>
          <p:cNvSpPr/>
          <p:nvPr/>
        </p:nvSpPr>
        <p:spPr>
          <a:xfrm>
            <a:off x="660400" y="4368800"/>
            <a:ext cx="1066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6"/>
          <p:cNvSpPr txBox="true"/>
          <p:nvPr/>
        </p:nvSpPr>
        <p:spPr>
          <a:xfrm>
            <a:off x="889000" y="4483542"/>
            <a:ext cx="610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CED4E6"/>
                </a:solidFill>
                <a:latin typeface="Courier New"/>
              </a:rPr>
              <a:t>JAVA 17+</a:t>
            </a:r>
            <a:endParaRPr lang="en-US" sz="1100"/>
          </a:p>
        </p:txBody>
      </p:sp>
      <p:sp>
        <p:nvSpPr>
          <p:cNvPr name="AutoShape 177" id="177"/>
          <p:cNvSpPr/>
          <p:nvPr/>
        </p:nvSpPr>
        <p:spPr>
          <a:xfrm>
            <a:off x="1866900" y="4368800"/>
            <a:ext cx="685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8"/>
          <p:cNvSpPr txBox="true"/>
          <p:nvPr/>
        </p:nvSpPr>
        <p:spPr>
          <a:xfrm>
            <a:off x="2095500" y="4483542"/>
            <a:ext cx="229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CED4E6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179" id="179"/>
          <p:cNvSpPr/>
          <p:nvPr/>
        </p:nvSpPr>
        <p:spPr>
          <a:xfrm>
            <a:off x="2692400" y="4368800"/>
            <a:ext cx="787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0"/>
          <p:cNvSpPr txBox="true"/>
          <p:nvPr/>
        </p:nvSpPr>
        <p:spPr>
          <a:xfrm>
            <a:off x="2933700" y="4483542"/>
            <a:ext cx="3060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CED4E6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AutoShape 181" id="181"/>
          <p:cNvSpPr/>
          <p:nvPr/>
        </p:nvSpPr>
        <p:spPr>
          <a:xfrm>
            <a:off x="3619500" y="4368800"/>
            <a:ext cx="1930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2"/>
          <p:cNvSpPr txBox="true"/>
          <p:nvPr/>
        </p:nvSpPr>
        <p:spPr>
          <a:xfrm>
            <a:off x="4013200" y="4483542"/>
            <a:ext cx="11442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CED4E6"/>
                </a:solidFill>
                <a:latin typeface="Courier New"/>
              </a:rPr>
              <a:t>AUTO-PAGINATION</a:t>
            </a:r>
            <a:endParaRPr lang="en-US" sz="1100"/>
          </a:p>
        </p:txBody>
      </p:sp>
      <p:sp>
        <p:nvSpPr>
          <p:cNvPr name="GraphCompose Inline Text Span" id="183"/>
          <p:cNvSpPr txBox="true"/>
          <p:nvPr/>
        </p:nvSpPr>
        <p:spPr>
          <a:xfrm>
            <a:off x="660400" y="5545189"/>
            <a:ext cx="547624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false" i="false" u="none" strike="noStrike" kern="0">
                <a:solidFill>
                  <a:srgbClr val="F7F8FC"/>
                </a:solidFill>
                <a:latin typeface="Arial"/>
              </a:rPr>
              <a:t>Code</a:t>
            </a:r>
            <a:endParaRPr lang="en-US" sz="1100"/>
          </a:p>
        </p:txBody>
      </p:sp>
      <p:sp>
        <p:nvSpPr>
          <p:cNvPr name="GraphCompose Inline Text Span" id="184"/>
          <p:cNvSpPr txBox="true"/>
          <p:nvPr/>
        </p:nvSpPr>
        <p:spPr>
          <a:xfrm>
            <a:off x="1206754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fals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5"/>
          <p:cNvSpPr txBox="true"/>
          <p:nvPr/>
        </p:nvSpPr>
        <p:spPr>
          <a:xfrm>
            <a:off x="1397406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86"/>
          <p:cNvSpPr txBox="true"/>
          <p:nvPr/>
        </p:nvSpPr>
        <p:spPr>
          <a:xfrm>
            <a:off x="1456614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fals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7"/>
          <p:cNvSpPr txBox="true"/>
          <p:nvPr/>
        </p:nvSpPr>
        <p:spPr>
          <a:xfrm>
            <a:off x="1647266" y="5545189"/>
            <a:ext cx="611175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false" i="false" u="none" strike="noStrike" kern="0">
                <a:solidFill>
                  <a:srgbClr val="F7F8FC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GraphCompose Inline Text Span" id="188"/>
          <p:cNvSpPr txBox="true"/>
          <p:nvPr/>
        </p:nvSpPr>
        <p:spPr>
          <a:xfrm>
            <a:off x="2257171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fals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9"/>
          <p:cNvSpPr txBox="true"/>
          <p:nvPr/>
        </p:nvSpPr>
        <p:spPr>
          <a:xfrm>
            <a:off x="2447823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90"/>
          <p:cNvSpPr txBox="true"/>
          <p:nvPr/>
        </p:nvSpPr>
        <p:spPr>
          <a:xfrm>
            <a:off x="2507031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fals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91"/>
          <p:cNvSpPr txBox="true"/>
          <p:nvPr/>
        </p:nvSpPr>
        <p:spPr>
          <a:xfrm>
            <a:off x="2697683" y="5545189"/>
            <a:ext cx="789026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false" i="false" u="none" strike="noStrike" kern="0">
                <a:solidFill>
                  <a:srgbClr val="F7F8FC"/>
                </a:solidFill>
                <a:latin typeface="Arial"/>
              </a:rPr>
              <a:t>finished</a:t>
            </a:r>
            <a:endParaRPr lang="en-US" sz="1100"/>
          </a:p>
        </p:txBody>
      </p:sp>
      <p:sp>
        <p:nvSpPr>
          <p:cNvPr name="GraphCompose Inline Text Span" id="192"/>
          <p:cNvSpPr txBox="true"/>
          <p:nvPr/>
        </p:nvSpPr>
        <p:spPr>
          <a:xfrm>
            <a:off x="3485439" y="5545189"/>
            <a:ext cx="648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false" i="false" u="none" strike="noStrike" kern="0">
                <a:solidFill>
                  <a:srgbClr val="F7F8FC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93"/>
          <p:cNvSpPr txBox="true"/>
          <p:nvPr/>
        </p:nvSpPr>
        <p:spPr>
          <a:xfrm>
            <a:off x="3548990" y="5545189"/>
            <a:ext cx="1005053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false" i="false" u="none" strike="noStrike" kern="0">
                <a:solidFill>
                  <a:srgbClr val="F7F8FC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Text Line" id="194"/>
          <p:cNvSpPr txBox="true"/>
          <p:nvPr/>
        </p:nvSpPr>
        <p:spPr>
          <a:xfrm>
            <a:off x="660400" y="6017849"/>
            <a:ext cx="2631046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68728E"/>
                </a:solidFill>
                <a:latin typeface="Arial"/>
              </a:rPr>
              <a:t>Open-source Java library  ·  MIT License</a:t>
            </a:r>
            <a:endParaRPr lang="en-US" sz="1100"/>
          </a:p>
        </p:txBody>
      </p:sp>
      <p:sp>
        <p:nvSpPr>
          <p:cNvPr name="AutoShape 195" id="195"/>
          <p:cNvSpPr/>
          <p:nvPr/>
        </p:nvSpPr>
        <p:spPr>
          <a:xfrm>
            <a:off x="6604000" y="1498600"/>
            <a:ext cx="1422400" cy="1930400"/>
          </a:xfrm>
          <a:prstGeom prst="roundRect">
            <a:avLst>
              <a:gd name="adj" fmla="val 10714"/>
            </a:avLst>
          </a:prstGeom>
          <a:solidFill>
            <a:srgbClr val="19203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96"/>
          <p:cNvSpPr txBox="true"/>
          <p:nvPr/>
        </p:nvSpPr>
        <p:spPr>
          <a:xfrm>
            <a:off x="6781800" y="1641730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JAVA</a:t>
            </a:r>
            <a:endParaRPr lang="en-US" sz="1100"/>
          </a:p>
        </p:txBody>
      </p:sp>
      <p:sp>
        <p:nvSpPr>
          <p:cNvPr name="AutoShape 197" id="197"/>
          <p:cNvSpPr/>
          <p:nvPr/>
        </p:nvSpPr>
        <p:spPr>
          <a:xfrm>
            <a:off x="6781800" y="1892300"/>
            <a:ext cx="1066800" cy="12700"/>
          </a:xfrm>
          <a:prstGeom prst="rect">
            <a:avLst/>
          </a:prstGeom>
          <a:solidFill>
            <a:srgbClr val="303856"/>
          </a:solidFill>
          <a:ln>
            <a:noFill/>
          </a:ln>
        </p:spPr>
      </p:sp>
      <p:sp>
        <p:nvSpPr>
          <p:cNvPr name="GraphCompose Inline Text Span" id="198"/>
          <p:cNvSpPr txBox="true"/>
          <p:nvPr/>
        </p:nvSpPr>
        <p:spPr>
          <a:xfrm>
            <a:off x="6781800" y="2024103"/>
            <a:ext cx="8507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Inline Text Span" id="199"/>
          <p:cNvSpPr txBox="true"/>
          <p:nvPr/>
        </p:nvSpPr>
        <p:spPr>
          <a:xfrm>
            <a:off x="763132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0"/>
          <p:cNvSpPr txBox="true"/>
          <p:nvPr/>
        </p:nvSpPr>
        <p:spPr>
          <a:xfrm>
            <a:off x="769990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1"/>
          <p:cNvSpPr txBox="true"/>
          <p:nvPr/>
        </p:nvSpPr>
        <p:spPr>
          <a:xfrm>
            <a:off x="6934200" y="2240003"/>
            <a:ext cx="63352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column</a:t>
            </a:r>
            <a:endParaRPr lang="en-US" sz="1100"/>
          </a:p>
        </p:txBody>
      </p:sp>
      <p:sp>
        <p:nvSpPr>
          <p:cNvPr name="GraphCompose Inline Text Span" id="202"/>
          <p:cNvSpPr txBox="true"/>
          <p:nvPr/>
        </p:nvSpPr>
        <p:spPr>
          <a:xfrm>
            <a:off x="756645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3"/>
          <p:cNvSpPr txBox="true"/>
          <p:nvPr/>
        </p:nvSpPr>
        <p:spPr>
          <a:xfrm>
            <a:off x="763503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4"/>
          <p:cNvSpPr txBox="true"/>
          <p:nvPr/>
        </p:nvSpPr>
        <p:spPr>
          <a:xfrm>
            <a:off x="7086600" y="2455903"/>
            <a:ext cx="3173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text</a:t>
            </a:r>
            <a:endParaRPr lang="en-US" sz="1100"/>
          </a:p>
        </p:txBody>
      </p:sp>
      <p:sp>
        <p:nvSpPr>
          <p:cNvPr name="GraphCompose Inline Text Span" id="205"/>
          <p:cNvSpPr txBox="true"/>
          <p:nvPr/>
        </p:nvSpPr>
        <p:spPr>
          <a:xfrm>
            <a:off x="7402728" y="25217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Inline Text Span" id="206"/>
          <p:cNvSpPr txBox="true"/>
          <p:nvPr/>
        </p:nvSpPr>
        <p:spPr>
          <a:xfrm>
            <a:off x="7086600" y="2671803"/>
            <a:ext cx="416255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table</a:t>
            </a:r>
            <a:endParaRPr lang="en-US" sz="1100"/>
          </a:p>
        </p:txBody>
      </p:sp>
      <p:sp>
        <p:nvSpPr>
          <p:cNvPr name="GraphCompose Inline Text Span" id="207"/>
          <p:cNvSpPr txBox="true"/>
          <p:nvPr/>
        </p:nvSpPr>
        <p:spPr>
          <a:xfrm>
            <a:off x="7501585" y="27376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Text Line" id="208"/>
          <p:cNvSpPr txBox="true"/>
          <p:nvPr/>
        </p:nvSpPr>
        <p:spPr>
          <a:xfrm>
            <a:off x="6934200" y="28877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GraphCompose Text Line" id="209"/>
          <p:cNvSpPr txBox="true"/>
          <p:nvPr/>
        </p:nvSpPr>
        <p:spPr>
          <a:xfrm>
            <a:off x="6781800" y="31036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AutoShape 210" id="210"/>
          <p:cNvSpPr/>
          <p:nvPr/>
        </p:nvSpPr>
        <p:spPr>
          <a:xfrm>
            <a:off x="8077200" y="2540000"/>
            <a:ext cx="7112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1" id="211"/>
          <p:cNvSpPr/>
          <p:nvPr/>
        </p:nvSpPr>
        <p:spPr>
          <a:xfrm>
            <a:off x="2147483647" y="-1412748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2" id="212"/>
          <p:cNvSpPr/>
          <p:nvPr/>
        </p:nvSpPr>
        <p:spPr>
          <a:xfrm>
            <a:off x="10388600" y="2540000"/>
            <a:ext cx="2413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3" id="213"/>
          <p:cNvSpPr/>
          <p:nvPr/>
        </p:nvSpPr>
        <p:spPr>
          <a:xfrm>
            <a:off x="10617200" y="1663700"/>
            <a:ext cx="25400" cy="2844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4" id="214"/>
          <p:cNvSpPr/>
          <p:nvPr/>
        </p:nvSpPr>
        <p:spPr>
          <a:xfrm>
            <a:off x="10617200" y="16637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5" id="215"/>
          <p:cNvSpPr/>
          <p:nvPr/>
        </p:nvSpPr>
        <p:spPr>
          <a:xfrm>
            <a:off x="10617200" y="44831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6" id="216"/>
          <p:cNvSpPr/>
          <p:nvPr/>
        </p:nvSpPr>
        <p:spPr>
          <a:xfrm>
            <a:off x="2147483647" y="-939546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Freeform 217" id="217"/>
          <p:cNvSpPr/>
          <p:nvPr/>
        </p:nvSpPr>
        <p:spPr>
          <a:xfrm>
            <a:off x="2147483647" y="-2147483648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8" id="218"/>
          <p:cNvSpPr/>
          <p:nvPr/>
        </p:nvSpPr>
        <p:spPr>
          <a:xfrm>
            <a:off x="8890000" y="1905000"/>
            <a:ext cx="1498600" cy="1295400"/>
          </a:xfrm>
          <a:prstGeom prst="roundRect">
            <a:avLst>
              <a:gd name="adj" fmla="val 13725"/>
            </a:avLst>
          </a:prstGeom>
          <a:solidFill>
            <a:srgbClr val="192038"/>
          </a:solidFill>
          <a:ln w="17780">
            <a:solidFill>
              <a:srgbClr val="E9972D"/>
            </a:solidFill>
          </a:ln>
        </p:spPr>
      </p:sp>
      <p:sp>
        <p:nvSpPr>
          <p:cNvPr name="AutoShape 219" id="219"/>
          <p:cNvSpPr/>
          <p:nvPr/>
        </p:nvSpPr>
        <p:spPr>
          <a:xfrm>
            <a:off x="9232900" y="2184400"/>
            <a:ext cx="812800" cy="1524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0" id="220"/>
          <p:cNvSpPr/>
          <p:nvPr/>
        </p:nvSpPr>
        <p:spPr>
          <a:xfrm>
            <a:off x="92329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AutoShape 221" id="221"/>
          <p:cNvSpPr/>
          <p:nvPr/>
        </p:nvSpPr>
        <p:spPr>
          <a:xfrm>
            <a:off x="96901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GraphCompose Text Line" id="222"/>
          <p:cNvSpPr txBox="true"/>
          <p:nvPr/>
        </p:nvSpPr>
        <p:spPr>
          <a:xfrm>
            <a:off x="9433560" y="2909498"/>
            <a:ext cx="4127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CED4E6"/>
                </a:solidFill>
                <a:latin typeface="Courier New"/>
              </a:rPr>
              <a:t>LAYOUT</a:t>
            </a:r>
            <a:endParaRPr lang="en-US" sz="1100"/>
          </a:p>
        </p:txBody>
      </p:sp>
      <p:sp>
        <p:nvSpPr>
          <p:cNvPr name="AutoShape 223" id="223"/>
          <p:cNvSpPr/>
          <p:nvPr/>
        </p:nvSpPr>
        <p:spPr>
          <a:xfrm>
            <a:off x="10896600" y="9398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24" id="224"/>
          <p:cNvSpPr/>
          <p:nvPr/>
        </p:nvSpPr>
        <p:spPr>
          <a:xfrm>
            <a:off x="11074400" y="11684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25" id="225"/>
          <p:cNvSpPr/>
          <p:nvPr/>
        </p:nvSpPr>
        <p:spPr>
          <a:xfrm>
            <a:off x="11074400" y="14478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6" id="226"/>
          <p:cNvSpPr/>
          <p:nvPr/>
        </p:nvSpPr>
        <p:spPr>
          <a:xfrm>
            <a:off x="11074400" y="16510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7" id="227"/>
          <p:cNvSpPr/>
          <p:nvPr/>
        </p:nvSpPr>
        <p:spPr>
          <a:xfrm>
            <a:off x="11074400" y="1803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8" id="228"/>
          <p:cNvSpPr/>
          <p:nvPr/>
        </p:nvSpPr>
        <p:spPr>
          <a:xfrm>
            <a:off x="11074400" y="1955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9" id="229"/>
          <p:cNvSpPr/>
          <p:nvPr/>
        </p:nvSpPr>
        <p:spPr>
          <a:xfrm>
            <a:off x="11074400" y="21082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0" id="230"/>
          <p:cNvSpPr/>
          <p:nvPr/>
        </p:nvSpPr>
        <p:spPr>
          <a:xfrm>
            <a:off x="11557000" y="1054100"/>
            <a:ext cx="406400" cy="203200"/>
          </a:xfrm>
          <a:prstGeom prst="roundRect">
            <a:avLst>
              <a:gd name="adj" fmla="val 3125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231"/>
          <p:cNvSpPr txBox="true"/>
          <p:nvPr/>
        </p:nvSpPr>
        <p:spPr>
          <a:xfrm>
            <a:off x="11674475" y="1098882"/>
            <a:ext cx="1727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0D1121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232" id="232"/>
          <p:cNvSpPr/>
          <p:nvPr/>
        </p:nvSpPr>
        <p:spPr>
          <a:xfrm>
            <a:off x="10896600" y="37592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33" id="233"/>
          <p:cNvSpPr/>
          <p:nvPr/>
        </p:nvSpPr>
        <p:spPr>
          <a:xfrm>
            <a:off x="11074400" y="39878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34" id="234"/>
          <p:cNvSpPr/>
          <p:nvPr/>
        </p:nvSpPr>
        <p:spPr>
          <a:xfrm>
            <a:off x="11074400" y="42672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35" id="235"/>
          <p:cNvSpPr/>
          <p:nvPr/>
        </p:nvSpPr>
        <p:spPr>
          <a:xfrm>
            <a:off x="11074400" y="4470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6" id="236"/>
          <p:cNvSpPr/>
          <p:nvPr/>
        </p:nvSpPr>
        <p:spPr>
          <a:xfrm>
            <a:off x="11074400" y="4622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7" id="237"/>
          <p:cNvSpPr/>
          <p:nvPr/>
        </p:nvSpPr>
        <p:spPr>
          <a:xfrm>
            <a:off x="11074400" y="47752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8" id="238"/>
          <p:cNvSpPr/>
          <p:nvPr/>
        </p:nvSpPr>
        <p:spPr>
          <a:xfrm>
            <a:off x="11074400" y="49276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9" id="239"/>
          <p:cNvSpPr/>
          <p:nvPr/>
        </p:nvSpPr>
        <p:spPr>
          <a:xfrm>
            <a:off x="11480800" y="3873500"/>
            <a:ext cx="482600" cy="203200"/>
          </a:xfrm>
          <a:prstGeom prst="roundRect">
            <a:avLst>
              <a:gd name="adj" fmla="val 31250"/>
            </a:avLst>
          </a:prstGeom>
          <a:solidFill>
            <a:srgbClr val="F2A844"/>
          </a:solidFill>
          <a:ln>
            <a:noFill/>
          </a:ln>
        </p:spPr>
      </p:sp>
      <p:sp>
        <p:nvSpPr>
          <p:cNvPr name="GraphCompose Text Line" id="240"/>
          <p:cNvSpPr txBox="true"/>
          <p:nvPr/>
        </p:nvSpPr>
        <p:spPr>
          <a:xfrm>
            <a:off x="11607800" y="3918282"/>
            <a:ext cx="2298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0D1121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GraphCompose Text Line" id="241"/>
          <p:cNvSpPr txBox="true"/>
          <p:nvPr/>
        </p:nvSpPr>
        <p:spPr>
          <a:xfrm>
            <a:off x="8297110" y="5433649"/>
            <a:ext cx="2355450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8C95AF"/>
                </a:solidFill>
                <a:latin typeface="Arial"/>
              </a:rPr>
              <a:t>One model. PDF and PPTX outputs.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java, maven central, pdf, pptx, document engine</cp:keywords>
  <dcterms:modified xsi:type="dcterms:W3CDTF">2011-08-01T06:04:30Z</dcterms:modified>
  <cp:revision>1</cp:revision>
  <dc:subject>Declarative document generation for Java — one model, PDF and PPTX outputs</dc:subject>
  <dc:title>GraphCompose — available on Maven Central</dc:title>
</cp:coreProperties>
</file>